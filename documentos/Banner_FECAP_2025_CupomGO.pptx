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Lst>
  <p:sldSz cy="43200625" cx="28800425"/>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3607">
          <p15:clr>
            <a:srgbClr val="A4A3A4"/>
          </p15:clr>
        </p15:guide>
        <p15:guide id="2" pos="9071">
          <p15:clr>
            <a:srgbClr val="A4A3A4"/>
          </p15:clr>
        </p15:guide>
      </p15:sldGuideLst>
    </p:ext>
    <p:ext uri="GoogleSlidesCustomDataVersion2">
      <go:slidesCustomData xmlns:go="http://customooxmlschemas.google.com/" r:id="rId7" roundtripDataSignature="AMtx7mhI/bJTxh/ijdQrkZqsTvPEWYdbq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3607" orient="horz"/>
        <p:guide pos="9071"/>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8132"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8132"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8132"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8132"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8132"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8132"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8132"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8132"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8132"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8132"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8132"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8132"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8132"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8132"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8132"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8132"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2286000" y="685800"/>
            <a:ext cx="228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480"/>
              </a:spcBef>
              <a:spcAft>
                <a:spcPts val="0"/>
              </a:spcAft>
              <a:buSzPts val="1400"/>
              <a:buNone/>
              <a:defRPr b="0" i="0" sz="1600" u="none" cap="none" strike="noStrike">
                <a:solidFill>
                  <a:schemeClr val="dk1"/>
                </a:solidFill>
                <a:latin typeface="Arial"/>
                <a:ea typeface="Arial"/>
                <a:cs typeface="Arial"/>
                <a:sym typeface="Arial"/>
              </a:defRPr>
            </a:lvl1pPr>
            <a:lvl2pPr indent="-228600" lvl="1" marL="914400" marR="0" rtl="0" algn="l">
              <a:spcBef>
                <a:spcPts val="480"/>
              </a:spcBef>
              <a:spcAft>
                <a:spcPts val="0"/>
              </a:spcAft>
              <a:buSzPts val="1400"/>
              <a:buNone/>
              <a:defRPr b="0" i="0" sz="1600" u="none" cap="none" strike="noStrike">
                <a:solidFill>
                  <a:schemeClr val="dk1"/>
                </a:solidFill>
                <a:latin typeface="Arial"/>
                <a:ea typeface="Arial"/>
                <a:cs typeface="Arial"/>
                <a:sym typeface="Arial"/>
              </a:defRPr>
            </a:lvl2pPr>
            <a:lvl3pPr indent="-228600" lvl="2" marL="1371600" marR="0" rtl="0" algn="l">
              <a:spcBef>
                <a:spcPts val="480"/>
              </a:spcBef>
              <a:spcAft>
                <a:spcPts val="0"/>
              </a:spcAft>
              <a:buSzPts val="1400"/>
              <a:buNone/>
              <a:defRPr b="0" i="0" sz="1600" u="none" cap="none" strike="noStrike">
                <a:solidFill>
                  <a:schemeClr val="dk1"/>
                </a:solidFill>
                <a:latin typeface="Arial"/>
                <a:ea typeface="Arial"/>
                <a:cs typeface="Arial"/>
                <a:sym typeface="Arial"/>
              </a:defRPr>
            </a:lvl3pPr>
            <a:lvl4pPr indent="-228600" lvl="3" marL="1828800" marR="0" rtl="0" algn="l">
              <a:spcBef>
                <a:spcPts val="480"/>
              </a:spcBef>
              <a:spcAft>
                <a:spcPts val="0"/>
              </a:spcAft>
              <a:buSzPts val="1400"/>
              <a:buNone/>
              <a:defRPr b="0" i="0" sz="1600" u="none" cap="none" strike="noStrike">
                <a:solidFill>
                  <a:schemeClr val="dk1"/>
                </a:solidFill>
                <a:latin typeface="Arial"/>
                <a:ea typeface="Arial"/>
                <a:cs typeface="Arial"/>
                <a:sym typeface="Arial"/>
              </a:defRPr>
            </a:lvl4pPr>
            <a:lvl5pPr indent="-228600" lvl="4" marL="2286000" marR="0" rtl="0" algn="l">
              <a:spcBef>
                <a:spcPts val="480"/>
              </a:spcBef>
              <a:spcAft>
                <a:spcPts val="0"/>
              </a:spcAft>
              <a:buSzPts val="1400"/>
              <a:buNone/>
              <a:defRPr b="0" i="0" sz="16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8132"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8132"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8132"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8132"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8132"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8132"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8132"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8132"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pt-BR"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a237dcfe8c_0_0:notes"/>
          <p:cNvSpPr/>
          <p:nvPr>
            <p:ph idx="2" type="sldImg"/>
          </p:nvPr>
        </p:nvSpPr>
        <p:spPr>
          <a:xfrm>
            <a:off x="2286000" y="685800"/>
            <a:ext cx="228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6" name="Google Shape;86;g3a237dcfe8c_0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g3a237dcfe8c_0_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latin typeface="Calibri"/>
                <a:ea typeface="Calibri"/>
                <a:cs typeface="Calibri"/>
                <a:sym typeface="Calibri"/>
              </a:rPr>
              <a:t>‹#›</a:t>
            </a:fld>
            <a:endParaRPr>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de título"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2160880" y="13420305"/>
            <a:ext cx="24478668" cy="9259395"/>
          </a:xfrm>
          <a:prstGeom prst="rect">
            <a:avLst/>
          </a:prstGeom>
          <a:noFill/>
          <a:ln>
            <a:noFill/>
          </a:ln>
        </p:spPr>
        <p:txBody>
          <a:bodyPr anchorCtr="0" anchor="ctr" bIns="154300" lIns="308600" spcFirstLastPara="1" rIns="308600" wrap="square" tIns="1543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7" name="Google Shape;17;p3"/>
          <p:cNvSpPr txBox="1"/>
          <p:nvPr>
            <p:ph idx="1" type="subTitle"/>
          </p:nvPr>
        </p:nvSpPr>
        <p:spPr>
          <a:xfrm>
            <a:off x="4319642" y="24480786"/>
            <a:ext cx="20161144" cy="11039316"/>
          </a:xfrm>
          <a:prstGeom prst="rect">
            <a:avLst/>
          </a:prstGeom>
          <a:noFill/>
          <a:ln>
            <a:noFill/>
          </a:ln>
        </p:spPr>
        <p:txBody>
          <a:bodyPr anchorCtr="0" anchor="t" bIns="154300" lIns="308600" spcFirstLastPara="1" rIns="308600" wrap="square" tIns="154300">
            <a:noAutofit/>
          </a:bodyPr>
          <a:lstStyle>
            <a:lvl1pPr lvl="0" algn="ctr">
              <a:spcBef>
                <a:spcPts val="2880"/>
              </a:spcBef>
              <a:spcAft>
                <a:spcPts val="0"/>
              </a:spcAft>
              <a:buClr>
                <a:schemeClr val="dk1"/>
              </a:buClr>
              <a:buSzPts val="14399"/>
              <a:buFont typeface="Arial"/>
              <a:buNone/>
              <a:defRPr/>
            </a:lvl1pPr>
            <a:lvl2pPr lvl="1" algn="ctr">
              <a:spcBef>
                <a:spcPts val="2533"/>
              </a:spcBef>
              <a:spcAft>
                <a:spcPts val="0"/>
              </a:spcAft>
              <a:buClr>
                <a:schemeClr val="dk1"/>
              </a:buClr>
              <a:buSzPts val="12665"/>
              <a:buFont typeface="Arial"/>
              <a:buNone/>
              <a:defRPr/>
            </a:lvl2pPr>
            <a:lvl3pPr lvl="2" algn="ctr">
              <a:spcBef>
                <a:spcPts val="2160"/>
              </a:spcBef>
              <a:spcAft>
                <a:spcPts val="0"/>
              </a:spcAft>
              <a:buClr>
                <a:schemeClr val="dk1"/>
              </a:buClr>
              <a:buSzPts val="10799"/>
              <a:buFont typeface="Arial"/>
              <a:buNone/>
              <a:defRPr/>
            </a:lvl3pPr>
            <a:lvl4pPr lvl="3" algn="ctr">
              <a:spcBef>
                <a:spcPts val="1813"/>
              </a:spcBef>
              <a:spcAft>
                <a:spcPts val="0"/>
              </a:spcAft>
              <a:buClr>
                <a:schemeClr val="dk1"/>
              </a:buClr>
              <a:buSzPts val="9066"/>
              <a:buFont typeface="Arial"/>
              <a:buNone/>
              <a:defRPr/>
            </a:lvl4pPr>
            <a:lvl5pPr lvl="4" algn="ctr">
              <a:spcBef>
                <a:spcPts val="1813"/>
              </a:spcBef>
              <a:spcAft>
                <a:spcPts val="0"/>
              </a:spcAft>
              <a:buClr>
                <a:schemeClr val="dk1"/>
              </a:buClr>
              <a:buSzPts val="9066"/>
              <a:buFont typeface="Arial"/>
              <a:buNone/>
              <a:defRPr/>
            </a:lvl5pPr>
            <a:lvl6pPr lvl="5" algn="ctr">
              <a:spcBef>
                <a:spcPts val="1813"/>
              </a:spcBef>
              <a:spcAft>
                <a:spcPts val="0"/>
              </a:spcAft>
              <a:buClr>
                <a:schemeClr val="dk1"/>
              </a:buClr>
              <a:buSzPts val="9066"/>
              <a:buFont typeface="Arial"/>
              <a:buNone/>
              <a:defRPr/>
            </a:lvl6pPr>
            <a:lvl7pPr lvl="6" algn="ctr">
              <a:spcBef>
                <a:spcPts val="1813"/>
              </a:spcBef>
              <a:spcAft>
                <a:spcPts val="0"/>
              </a:spcAft>
              <a:buClr>
                <a:schemeClr val="dk1"/>
              </a:buClr>
              <a:buSzPts val="9066"/>
              <a:buFont typeface="Arial"/>
              <a:buNone/>
              <a:defRPr/>
            </a:lvl7pPr>
            <a:lvl8pPr lvl="7" algn="ctr">
              <a:spcBef>
                <a:spcPts val="1813"/>
              </a:spcBef>
              <a:spcAft>
                <a:spcPts val="0"/>
              </a:spcAft>
              <a:buClr>
                <a:schemeClr val="dk1"/>
              </a:buClr>
              <a:buSzPts val="9066"/>
              <a:buFont typeface="Arial"/>
              <a:buNone/>
              <a:defRPr/>
            </a:lvl8pPr>
            <a:lvl9pPr lvl="8" algn="ctr">
              <a:spcBef>
                <a:spcPts val="1813"/>
              </a:spcBef>
              <a:spcAft>
                <a:spcPts val="0"/>
              </a:spcAft>
              <a:buClr>
                <a:schemeClr val="dk1"/>
              </a:buClr>
              <a:buSzPts val="9066"/>
              <a:buFont typeface="Arial"/>
              <a:buNone/>
              <a:defRPr/>
            </a:lvl9pPr>
          </a:lstStyle>
          <a:p/>
        </p:txBody>
      </p:sp>
      <p:sp>
        <p:nvSpPr>
          <p:cNvPr id="18" name="Google Shape;18;p3"/>
          <p:cNvSpPr txBox="1"/>
          <p:nvPr>
            <p:ph idx="10" type="dt"/>
          </p:nvPr>
        </p:nvSpPr>
        <p:spPr>
          <a:xfrm>
            <a:off x="1439175" y="39340264"/>
            <a:ext cx="6721792" cy="3001103"/>
          </a:xfrm>
          <a:prstGeom prst="rect">
            <a:avLst/>
          </a:prstGeom>
          <a:noFill/>
          <a:ln>
            <a:noFill/>
          </a:ln>
        </p:spPr>
        <p:txBody>
          <a:bodyPr anchorCtr="0" anchor="t" bIns="154300" lIns="308600" spcFirstLastPara="1" rIns="308600" wrap="square" tIns="1543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9839300" y="39340264"/>
            <a:ext cx="9121828" cy="3001103"/>
          </a:xfrm>
          <a:prstGeom prst="rect">
            <a:avLst/>
          </a:prstGeom>
          <a:noFill/>
          <a:ln>
            <a:noFill/>
          </a:ln>
        </p:spPr>
        <p:txBody>
          <a:bodyPr anchorCtr="0" anchor="t" bIns="154300" lIns="308600" spcFirstLastPara="1" rIns="308600" wrap="square" tIns="1543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20639458" y="39340264"/>
            <a:ext cx="6721792" cy="3001103"/>
          </a:xfrm>
          <a:prstGeom prst="rect">
            <a:avLst/>
          </a:prstGeom>
          <a:noFill/>
          <a:ln>
            <a:noFill/>
          </a:ln>
        </p:spPr>
        <p:txBody>
          <a:bodyPr anchorCtr="0" anchor="t" bIns="154300" lIns="308600" spcFirstLastPara="1" rIns="308600" wrap="square" tIns="154300">
            <a:noAutofit/>
          </a:bodyPr>
          <a:lstStyle>
            <a:lvl1pPr indent="0" lvl="0" marL="0" algn="r">
              <a:spcBef>
                <a:spcPts val="0"/>
              </a:spcBef>
              <a:spcAft>
                <a:spcPts val="0"/>
              </a:spcAft>
              <a:buNone/>
              <a:defRPr b="0" i="0" sz="6266" u="none" cap="none" strike="noStrike">
                <a:solidFill>
                  <a:schemeClr val="dk1"/>
                </a:solidFill>
                <a:latin typeface="Arial"/>
                <a:ea typeface="Arial"/>
                <a:cs typeface="Arial"/>
                <a:sym typeface="Arial"/>
              </a:defRPr>
            </a:lvl1pPr>
            <a:lvl2pPr indent="0" lvl="1" marL="0" algn="r">
              <a:spcBef>
                <a:spcPts val="0"/>
              </a:spcBef>
              <a:spcAft>
                <a:spcPts val="0"/>
              </a:spcAft>
              <a:buNone/>
              <a:defRPr b="0" i="0" sz="6266" u="none" cap="none" strike="noStrike">
                <a:solidFill>
                  <a:schemeClr val="dk1"/>
                </a:solidFill>
                <a:latin typeface="Arial"/>
                <a:ea typeface="Arial"/>
                <a:cs typeface="Arial"/>
                <a:sym typeface="Arial"/>
              </a:defRPr>
            </a:lvl2pPr>
            <a:lvl3pPr indent="0" lvl="2" marL="0" algn="r">
              <a:spcBef>
                <a:spcPts val="0"/>
              </a:spcBef>
              <a:spcAft>
                <a:spcPts val="0"/>
              </a:spcAft>
              <a:buNone/>
              <a:defRPr b="0" i="0" sz="6266" u="none" cap="none" strike="noStrike">
                <a:solidFill>
                  <a:schemeClr val="dk1"/>
                </a:solidFill>
                <a:latin typeface="Arial"/>
                <a:ea typeface="Arial"/>
                <a:cs typeface="Arial"/>
                <a:sym typeface="Arial"/>
              </a:defRPr>
            </a:lvl3pPr>
            <a:lvl4pPr indent="0" lvl="3" marL="0" algn="r">
              <a:spcBef>
                <a:spcPts val="0"/>
              </a:spcBef>
              <a:spcAft>
                <a:spcPts val="0"/>
              </a:spcAft>
              <a:buNone/>
              <a:defRPr b="0" i="0" sz="6266" u="none" cap="none" strike="noStrike">
                <a:solidFill>
                  <a:schemeClr val="dk1"/>
                </a:solidFill>
                <a:latin typeface="Arial"/>
                <a:ea typeface="Arial"/>
                <a:cs typeface="Arial"/>
                <a:sym typeface="Arial"/>
              </a:defRPr>
            </a:lvl4pPr>
            <a:lvl5pPr indent="0" lvl="4" marL="0" algn="r">
              <a:spcBef>
                <a:spcPts val="0"/>
              </a:spcBef>
              <a:spcAft>
                <a:spcPts val="0"/>
              </a:spcAft>
              <a:buNone/>
              <a:defRPr b="0" i="0" sz="6266" u="none" cap="none" strike="noStrike">
                <a:solidFill>
                  <a:schemeClr val="dk1"/>
                </a:solidFill>
                <a:latin typeface="Arial"/>
                <a:ea typeface="Arial"/>
                <a:cs typeface="Arial"/>
                <a:sym typeface="Arial"/>
              </a:defRPr>
            </a:lvl5pPr>
            <a:lvl6pPr indent="0" lvl="5" marL="0" algn="r">
              <a:spcBef>
                <a:spcPts val="0"/>
              </a:spcBef>
              <a:spcAft>
                <a:spcPts val="0"/>
              </a:spcAft>
              <a:buNone/>
              <a:defRPr b="0" i="0" sz="6266" u="none" cap="none" strike="noStrike">
                <a:solidFill>
                  <a:schemeClr val="dk1"/>
                </a:solidFill>
                <a:latin typeface="Arial"/>
                <a:ea typeface="Arial"/>
                <a:cs typeface="Arial"/>
                <a:sym typeface="Arial"/>
              </a:defRPr>
            </a:lvl6pPr>
            <a:lvl7pPr indent="0" lvl="6" marL="0" algn="r">
              <a:spcBef>
                <a:spcPts val="0"/>
              </a:spcBef>
              <a:spcAft>
                <a:spcPts val="0"/>
              </a:spcAft>
              <a:buNone/>
              <a:defRPr b="0" i="0" sz="6266" u="none" cap="none" strike="noStrike">
                <a:solidFill>
                  <a:schemeClr val="dk1"/>
                </a:solidFill>
                <a:latin typeface="Arial"/>
                <a:ea typeface="Arial"/>
                <a:cs typeface="Arial"/>
                <a:sym typeface="Arial"/>
              </a:defRPr>
            </a:lvl7pPr>
            <a:lvl8pPr indent="0" lvl="7" marL="0" algn="r">
              <a:spcBef>
                <a:spcPts val="0"/>
              </a:spcBef>
              <a:spcAft>
                <a:spcPts val="0"/>
              </a:spcAft>
              <a:buNone/>
              <a:defRPr b="0" i="0" sz="6266" u="none" cap="none" strike="noStrike">
                <a:solidFill>
                  <a:schemeClr val="dk1"/>
                </a:solidFill>
                <a:latin typeface="Arial"/>
                <a:ea typeface="Arial"/>
                <a:cs typeface="Arial"/>
                <a:sym typeface="Arial"/>
              </a:defRPr>
            </a:lvl8pPr>
            <a:lvl9pPr indent="0" lvl="8" marL="0" algn="r">
              <a:spcBef>
                <a:spcPts val="0"/>
              </a:spcBef>
              <a:spcAft>
                <a:spcPts val="0"/>
              </a:spcAft>
              <a:buNone/>
              <a:defRPr b="0" i="0" sz="6266"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conteúdo"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1439175" y="1729128"/>
            <a:ext cx="25922076" cy="7200106"/>
          </a:xfrm>
          <a:prstGeom prst="rect">
            <a:avLst/>
          </a:prstGeom>
          <a:noFill/>
          <a:ln>
            <a:noFill/>
          </a:ln>
        </p:spPr>
        <p:txBody>
          <a:bodyPr anchorCtr="0" anchor="ctr" bIns="154300" lIns="308600" spcFirstLastPara="1" rIns="308600" wrap="square" tIns="1543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3" name="Google Shape;23;p4"/>
          <p:cNvSpPr txBox="1"/>
          <p:nvPr>
            <p:ph idx="1" type="body"/>
          </p:nvPr>
        </p:nvSpPr>
        <p:spPr>
          <a:xfrm>
            <a:off x="1439175" y="10080573"/>
            <a:ext cx="25922076" cy="28510473"/>
          </a:xfrm>
          <a:prstGeom prst="rect">
            <a:avLst/>
          </a:prstGeom>
          <a:noFill/>
          <a:ln>
            <a:noFill/>
          </a:ln>
        </p:spPr>
        <p:txBody>
          <a:bodyPr anchorCtr="0" anchor="t" bIns="154300" lIns="308600" spcFirstLastPara="1" rIns="308600" wrap="square" tIns="1543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1439175" y="39340264"/>
            <a:ext cx="6721792" cy="3001103"/>
          </a:xfrm>
          <a:prstGeom prst="rect">
            <a:avLst/>
          </a:prstGeom>
          <a:noFill/>
          <a:ln>
            <a:noFill/>
          </a:ln>
        </p:spPr>
        <p:txBody>
          <a:bodyPr anchorCtr="0" anchor="t" bIns="154300" lIns="308600" spcFirstLastPara="1" rIns="308600" wrap="square" tIns="1543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9839300" y="39340264"/>
            <a:ext cx="9121828" cy="3001103"/>
          </a:xfrm>
          <a:prstGeom prst="rect">
            <a:avLst/>
          </a:prstGeom>
          <a:noFill/>
          <a:ln>
            <a:noFill/>
          </a:ln>
        </p:spPr>
        <p:txBody>
          <a:bodyPr anchorCtr="0" anchor="t" bIns="154300" lIns="308600" spcFirstLastPara="1" rIns="308600" wrap="square" tIns="1543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20639458" y="39340264"/>
            <a:ext cx="6721792" cy="3001103"/>
          </a:xfrm>
          <a:prstGeom prst="rect">
            <a:avLst/>
          </a:prstGeom>
          <a:noFill/>
          <a:ln>
            <a:noFill/>
          </a:ln>
        </p:spPr>
        <p:txBody>
          <a:bodyPr anchorCtr="0" anchor="t" bIns="154300" lIns="308600" spcFirstLastPara="1" rIns="308600" wrap="square" tIns="154300">
            <a:noAutofit/>
          </a:bodyPr>
          <a:lstStyle>
            <a:lvl1pPr indent="0" lvl="0" marL="0" algn="r">
              <a:spcBef>
                <a:spcPts val="0"/>
              </a:spcBef>
              <a:spcAft>
                <a:spcPts val="0"/>
              </a:spcAft>
              <a:buNone/>
              <a:defRPr b="0" i="0" sz="6266" u="none" cap="none" strike="noStrike">
                <a:solidFill>
                  <a:schemeClr val="dk1"/>
                </a:solidFill>
                <a:latin typeface="Arial"/>
                <a:ea typeface="Arial"/>
                <a:cs typeface="Arial"/>
                <a:sym typeface="Arial"/>
              </a:defRPr>
            </a:lvl1pPr>
            <a:lvl2pPr indent="0" lvl="1" marL="0" algn="r">
              <a:spcBef>
                <a:spcPts val="0"/>
              </a:spcBef>
              <a:spcAft>
                <a:spcPts val="0"/>
              </a:spcAft>
              <a:buNone/>
              <a:defRPr b="0" i="0" sz="6266" u="none" cap="none" strike="noStrike">
                <a:solidFill>
                  <a:schemeClr val="dk1"/>
                </a:solidFill>
                <a:latin typeface="Arial"/>
                <a:ea typeface="Arial"/>
                <a:cs typeface="Arial"/>
                <a:sym typeface="Arial"/>
              </a:defRPr>
            </a:lvl2pPr>
            <a:lvl3pPr indent="0" lvl="2" marL="0" algn="r">
              <a:spcBef>
                <a:spcPts val="0"/>
              </a:spcBef>
              <a:spcAft>
                <a:spcPts val="0"/>
              </a:spcAft>
              <a:buNone/>
              <a:defRPr b="0" i="0" sz="6266" u="none" cap="none" strike="noStrike">
                <a:solidFill>
                  <a:schemeClr val="dk1"/>
                </a:solidFill>
                <a:latin typeface="Arial"/>
                <a:ea typeface="Arial"/>
                <a:cs typeface="Arial"/>
                <a:sym typeface="Arial"/>
              </a:defRPr>
            </a:lvl3pPr>
            <a:lvl4pPr indent="0" lvl="3" marL="0" algn="r">
              <a:spcBef>
                <a:spcPts val="0"/>
              </a:spcBef>
              <a:spcAft>
                <a:spcPts val="0"/>
              </a:spcAft>
              <a:buNone/>
              <a:defRPr b="0" i="0" sz="6266" u="none" cap="none" strike="noStrike">
                <a:solidFill>
                  <a:schemeClr val="dk1"/>
                </a:solidFill>
                <a:latin typeface="Arial"/>
                <a:ea typeface="Arial"/>
                <a:cs typeface="Arial"/>
                <a:sym typeface="Arial"/>
              </a:defRPr>
            </a:lvl4pPr>
            <a:lvl5pPr indent="0" lvl="4" marL="0" algn="r">
              <a:spcBef>
                <a:spcPts val="0"/>
              </a:spcBef>
              <a:spcAft>
                <a:spcPts val="0"/>
              </a:spcAft>
              <a:buNone/>
              <a:defRPr b="0" i="0" sz="6266" u="none" cap="none" strike="noStrike">
                <a:solidFill>
                  <a:schemeClr val="dk1"/>
                </a:solidFill>
                <a:latin typeface="Arial"/>
                <a:ea typeface="Arial"/>
                <a:cs typeface="Arial"/>
                <a:sym typeface="Arial"/>
              </a:defRPr>
            </a:lvl5pPr>
            <a:lvl6pPr indent="0" lvl="5" marL="0" algn="r">
              <a:spcBef>
                <a:spcPts val="0"/>
              </a:spcBef>
              <a:spcAft>
                <a:spcPts val="0"/>
              </a:spcAft>
              <a:buNone/>
              <a:defRPr b="0" i="0" sz="6266" u="none" cap="none" strike="noStrike">
                <a:solidFill>
                  <a:schemeClr val="dk1"/>
                </a:solidFill>
                <a:latin typeface="Arial"/>
                <a:ea typeface="Arial"/>
                <a:cs typeface="Arial"/>
                <a:sym typeface="Arial"/>
              </a:defRPr>
            </a:lvl6pPr>
            <a:lvl7pPr indent="0" lvl="6" marL="0" algn="r">
              <a:spcBef>
                <a:spcPts val="0"/>
              </a:spcBef>
              <a:spcAft>
                <a:spcPts val="0"/>
              </a:spcAft>
              <a:buNone/>
              <a:defRPr b="0" i="0" sz="6266" u="none" cap="none" strike="noStrike">
                <a:solidFill>
                  <a:schemeClr val="dk1"/>
                </a:solidFill>
                <a:latin typeface="Arial"/>
                <a:ea typeface="Arial"/>
                <a:cs typeface="Arial"/>
                <a:sym typeface="Arial"/>
              </a:defRPr>
            </a:lvl7pPr>
            <a:lvl8pPr indent="0" lvl="7" marL="0" algn="r">
              <a:spcBef>
                <a:spcPts val="0"/>
              </a:spcBef>
              <a:spcAft>
                <a:spcPts val="0"/>
              </a:spcAft>
              <a:buNone/>
              <a:defRPr b="0" i="0" sz="6266" u="none" cap="none" strike="noStrike">
                <a:solidFill>
                  <a:schemeClr val="dk1"/>
                </a:solidFill>
                <a:latin typeface="Arial"/>
                <a:ea typeface="Arial"/>
                <a:cs typeface="Arial"/>
                <a:sym typeface="Arial"/>
              </a:defRPr>
            </a:lvl8pPr>
            <a:lvl9pPr indent="0" lvl="8" marL="0" algn="r">
              <a:spcBef>
                <a:spcPts val="0"/>
              </a:spcBef>
              <a:spcAft>
                <a:spcPts val="0"/>
              </a:spcAft>
              <a:buNone/>
              <a:defRPr b="0" i="0" sz="6266"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beçalho da Seção"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2275166" y="27761258"/>
            <a:ext cx="24480784" cy="8580021"/>
          </a:xfrm>
          <a:prstGeom prst="rect">
            <a:avLst/>
          </a:prstGeom>
          <a:noFill/>
          <a:ln>
            <a:noFill/>
          </a:ln>
        </p:spPr>
        <p:txBody>
          <a:bodyPr anchorCtr="0" anchor="t" bIns="154300" lIns="308600" spcFirstLastPara="1" rIns="308600" wrap="square" tIns="154300">
            <a:noAutofit/>
          </a:bodyPr>
          <a:lstStyle>
            <a:lvl1pPr lvl="0" algn="l">
              <a:spcBef>
                <a:spcPts val="0"/>
              </a:spcBef>
              <a:spcAft>
                <a:spcPts val="0"/>
              </a:spcAft>
              <a:buSzPts val="1400"/>
              <a:buNone/>
              <a:defRPr b="1" sz="5333"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9" name="Google Shape;29;p5"/>
          <p:cNvSpPr txBox="1"/>
          <p:nvPr>
            <p:ph idx="1" type="body"/>
          </p:nvPr>
        </p:nvSpPr>
        <p:spPr>
          <a:xfrm>
            <a:off x="2275166" y="18309267"/>
            <a:ext cx="24480784" cy="9451991"/>
          </a:xfrm>
          <a:prstGeom prst="rect">
            <a:avLst/>
          </a:prstGeom>
          <a:noFill/>
          <a:ln>
            <a:noFill/>
          </a:ln>
        </p:spPr>
        <p:txBody>
          <a:bodyPr anchorCtr="0" anchor="b" bIns="154300" lIns="308600" spcFirstLastPara="1" rIns="308600" wrap="square" tIns="154300">
            <a:noAutofit/>
          </a:bodyPr>
          <a:lstStyle>
            <a:lvl1pPr indent="-228600" lvl="0" marL="457200" algn="l">
              <a:spcBef>
                <a:spcPts val="533"/>
              </a:spcBef>
              <a:spcAft>
                <a:spcPts val="0"/>
              </a:spcAft>
              <a:buClr>
                <a:schemeClr val="dk1"/>
              </a:buClr>
              <a:buSzPts val="2666"/>
              <a:buFont typeface="Arial"/>
              <a:buNone/>
              <a:defRPr sz="2666"/>
            </a:lvl1pPr>
            <a:lvl2pPr indent="-228600" lvl="1" marL="914400" algn="l">
              <a:spcBef>
                <a:spcPts val="480"/>
              </a:spcBef>
              <a:spcAft>
                <a:spcPts val="0"/>
              </a:spcAft>
              <a:buClr>
                <a:schemeClr val="dk1"/>
              </a:buClr>
              <a:buSzPts val="2400"/>
              <a:buFont typeface="Arial"/>
              <a:buNone/>
              <a:defRPr sz="2400"/>
            </a:lvl2pPr>
            <a:lvl3pPr indent="-228600" lvl="2" marL="1371600" algn="l">
              <a:spcBef>
                <a:spcPts val="427"/>
              </a:spcBef>
              <a:spcAft>
                <a:spcPts val="0"/>
              </a:spcAft>
              <a:buClr>
                <a:schemeClr val="dk1"/>
              </a:buClr>
              <a:buSzPts val="2133"/>
              <a:buFont typeface="Arial"/>
              <a:buNone/>
              <a:defRPr sz="2133"/>
            </a:lvl3pPr>
            <a:lvl4pPr indent="-228600" lvl="3" marL="1828800" algn="l">
              <a:spcBef>
                <a:spcPts val="373"/>
              </a:spcBef>
              <a:spcAft>
                <a:spcPts val="0"/>
              </a:spcAft>
              <a:buClr>
                <a:schemeClr val="dk1"/>
              </a:buClr>
              <a:buSzPts val="1866"/>
              <a:buFont typeface="Arial"/>
              <a:buNone/>
              <a:defRPr sz="1866"/>
            </a:lvl4pPr>
            <a:lvl5pPr indent="-228600" lvl="4" marL="2286000" algn="l">
              <a:spcBef>
                <a:spcPts val="373"/>
              </a:spcBef>
              <a:spcAft>
                <a:spcPts val="0"/>
              </a:spcAft>
              <a:buClr>
                <a:schemeClr val="dk1"/>
              </a:buClr>
              <a:buSzPts val="1866"/>
              <a:buFont typeface="Arial"/>
              <a:buNone/>
              <a:defRPr sz="1866"/>
            </a:lvl5pPr>
            <a:lvl6pPr indent="-228600" lvl="5" marL="2743200" algn="l">
              <a:spcBef>
                <a:spcPts val="373"/>
              </a:spcBef>
              <a:spcAft>
                <a:spcPts val="0"/>
              </a:spcAft>
              <a:buClr>
                <a:schemeClr val="dk1"/>
              </a:buClr>
              <a:buSzPts val="1866"/>
              <a:buFont typeface="Arial"/>
              <a:buNone/>
              <a:defRPr sz="1866"/>
            </a:lvl6pPr>
            <a:lvl7pPr indent="-228600" lvl="6" marL="3200400" algn="l">
              <a:spcBef>
                <a:spcPts val="373"/>
              </a:spcBef>
              <a:spcAft>
                <a:spcPts val="0"/>
              </a:spcAft>
              <a:buClr>
                <a:schemeClr val="dk1"/>
              </a:buClr>
              <a:buSzPts val="1866"/>
              <a:buFont typeface="Arial"/>
              <a:buNone/>
              <a:defRPr sz="1866"/>
            </a:lvl7pPr>
            <a:lvl8pPr indent="-228600" lvl="7" marL="3657600" algn="l">
              <a:spcBef>
                <a:spcPts val="373"/>
              </a:spcBef>
              <a:spcAft>
                <a:spcPts val="0"/>
              </a:spcAft>
              <a:buClr>
                <a:schemeClr val="dk1"/>
              </a:buClr>
              <a:buSzPts val="1866"/>
              <a:buFont typeface="Arial"/>
              <a:buNone/>
              <a:defRPr sz="1866"/>
            </a:lvl8pPr>
            <a:lvl9pPr indent="-228600" lvl="8" marL="4114800" algn="l">
              <a:spcBef>
                <a:spcPts val="373"/>
              </a:spcBef>
              <a:spcAft>
                <a:spcPts val="0"/>
              </a:spcAft>
              <a:buClr>
                <a:schemeClr val="dk1"/>
              </a:buClr>
              <a:buSzPts val="1866"/>
              <a:buFont typeface="Arial"/>
              <a:buNone/>
              <a:defRPr sz="1866"/>
            </a:lvl9pPr>
          </a:lstStyle>
          <a:p/>
        </p:txBody>
      </p:sp>
      <p:sp>
        <p:nvSpPr>
          <p:cNvPr id="30" name="Google Shape;30;p5"/>
          <p:cNvSpPr txBox="1"/>
          <p:nvPr>
            <p:ph idx="10" type="dt"/>
          </p:nvPr>
        </p:nvSpPr>
        <p:spPr>
          <a:xfrm>
            <a:off x="1439175" y="39340264"/>
            <a:ext cx="6721792" cy="3001103"/>
          </a:xfrm>
          <a:prstGeom prst="rect">
            <a:avLst/>
          </a:prstGeom>
          <a:noFill/>
          <a:ln>
            <a:noFill/>
          </a:ln>
        </p:spPr>
        <p:txBody>
          <a:bodyPr anchorCtr="0" anchor="t" bIns="154300" lIns="308600" spcFirstLastPara="1" rIns="308600" wrap="square" tIns="1543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9839300" y="39340264"/>
            <a:ext cx="9121828" cy="3001103"/>
          </a:xfrm>
          <a:prstGeom prst="rect">
            <a:avLst/>
          </a:prstGeom>
          <a:noFill/>
          <a:ln>
            <a:noFill/>
          </a:ln>
        </p:spPr>
        <p:txBody>
          <a:bodyPr anchorCtr="0" anchor="t" bIns="154300" lIns="308600" spcFirstLastPara="1" rIns="308600" wrap="square" tIns="1543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20639458" y="39340264"/>
            <a:ext cx="6721792" cy="3001103"/>
          </a:xfrm>
          <a:prstGeom prst="rect">
            <a:avLst/>
          </a:prstGeom>
          <a:noFill/>
          <a:ln>
            <a:noFill/>
          </a:ln>
        </p:spPr>
        <p:txBody>
          <a:bodyPr anchorCtr="0" anchor="t" bIns="154300" lIns="308600" spcFirstLastPara="1" rIns="308600" wrap="square" tIns="154300">
            <a:noAutofit/>
          </a:bodyPr>
          <a:lstStyle>
            <a:lvl1pPr indent="0" lvl="0" marL="0" algn="r">
              <a:spcBef>
                <a:spcPts val="0"/>
              </a:spcBef>
              <a:spcAft>
                <a:spcPts val="0"/>
              </a:spcAft>
              <a:buNone/>
              <a:defRPr b="0" i="0" sz="6266" u="none" cap="none" strike="noStrike">
                <a:solidFill>
                  <a:schemeClr val="dk1"/>
                </a:solidFill>
                <a:latin typeface="Arial"/>
                <a:ea typeface="Arial"/>
                <a:cs typeface="Arial"/>
                <a:sym typeface="Arial"/>
              </a:defRPr>
            </a:lvl1pPr>
            <a:lvl2pPr indent="0" lvl="1" marL="0" algn="r">
              <a:spcBef>
                <a:spcPts val="0"/>
              </a:spcBef>
              <a:spcAft>
                <a:spcPts val="0"/>
              </a:spcAft>
              <a:buNone/>
              <a:defRPr b="0" i="0" sz="6266" u="none" cap="none" strike="noStrike">
                <a:solidFill>
                  <a:schemeClr val="dk1"/>
                </a:solidFill>
                <a:latin typeface="Arial"/>
                <a:ea typeface="Arial"/>
                <a:cs typeface="Arial"/>
                <a:sym typeface="Arial"/>
              </a:defRPr>
            </a:lvl2pPr>
            <a:lvl3pPr indent="0" lvl="2" marL="0" algn="r">
              <a:spcBef>
                <a:spcPts val="0"/>
              </a:spcBef>
              <a:spcAft>
                <a:spcPts val="0"/>
              </a:spcAft>
              <a:buNone/>
              <a:defRPr b="0" i="0" sz="6266" u="none" cap="none" strike="noStrike">
                <a:solidFill>
                  <a:schemeClr val="dk1"/>
                </a:solidFill>
                <a:latin typeface="Arial"/>
                <a:ea typeface="Arial"/>
                <a:cs typeface="Arial"/>
                <a:sym typeface="Arial"/>
              </a:defRPr>
            </a:lvl3pPr>
            <a:lvl4pPr indent="0" lvl="3" marL="0" algn="r">
              <a:spcBef>
                <a:spcPts val="0"/>
              </a:spcBef>
              <a:spcAft>
                <a:spcPts val="0"/>
              </a:spcAft>
              <a:buNone/>
              <a:defRPr b="0" i="0" sz="6266" u="none" cap="none" strike="noStrike">
                <a:solidFill>
                  <a:schemeClr val="dk1"/>
                </a:solidFill>
                <a:latin typeface="Arial"/>
                <a:ea typeface="Arial"/>
                <a:cs typeface="Arial"/>
                <a:sym typeface="Arial"/>
              </a:defRPr>
            </a:lvl4pPr>
            <a:lvl5pPr indent="0" lvl="4" marL="0" algn="r">
              <a:spcBef>
                <a:spcPts val="0"/>
              </a:spcBef>
              <a:spcAft>
                <a:spcPts val="0"/>
              </a:spcAft>
              <a:buNone/>
              <a:defRPr b="0" i="0" sz="6266" u="none" cap="none" strike="noStrike">
                <a:solidFill>
                  <a:schemeClr val="dk1"/>
                </a:solidFill>
                <a:latin typeface="Arial"/>
                <a:ea typeface="Arial"/>
                <a:cs typeface="Arial"/>
                <a:sym typeface="Arial"/>
              </a:defRPr>
            </a:lvl5pPr>
            <a:lvl6pPr indent="0" lvl="5" marL="0" algn="r">
              <a:spcBef>
                <a:spcPts val="0"/>
              </a:spcBef>
              <a:spcAft>
                <a:spcPts val="0"/>
              </a:spcAft>
              <a:buNone/>
              <a:defRPr b="0" i="0" sz="6266" u="none" cap="none" strike="noStrike">
                <a:solidFill>
                  <a:schemeClr val="dk1"/>
                </a:solidFill>
                <a:latin typeface="Arial"/>
                <a:ea typeface="Arial"/>
                <a:cs typeface="Arial"/>
                <a:sym typeface="Arial"/>
              </a:defRPr>
            </a:lvl6pPr>
            <a:lvl7pPr indent="0" lvl="6" marL="0" algn="r">
              <a:spcBef>
                <a:spcPts val="0"/>
              </a:spcBef>
              <a:spcAft>
                <a:spcPts val="0"/>
              </a:spcAft>
              <a:buNone/>
              <a:defRPr b="0" i="0" sz="6266" u="none" cap="none" strike="noStrike">
                <a:solidFill>
                  <a:schemeClr val="dk1"/>
                </a:solidFill>
                <a:latin typeface="Arial"/>
                <a:ea typeface="Arial"/>
                <a:cs typeface="Arial"/>
                <a:sym typeface="Arial"/>
              </a:defRPr>
            </a:lvl7pPr>
            <a:lvl8pPr indent="0" lvl="7" marL="0" algn="r">
              <a:spcBef>
                <a:spcPts val="0"/>
              </a:spcBef>
              <a:spcAft>
                <a:spcPts val="0"/>
              </a:spcAft>
              <a:buNone/>
              <a:defRPr b="0" i="0" sz="6266" u="none" cap="none" strike="noStrike">
                <a:solidFill>
                  <a:schemeClr val="dk1"/>
                </a:solidFill>
                <a:latin typeface="Arial"/>
                <a:ea typeface="Arial"/>
                <a:cs typeface="Arial"/>
                <a:sym typeface="Arial"/>
              </a:defRPr>
            </a:lvl8pPr>
            <a:lvl9pPr indent="0" lvl="8" marL="0" algn="r">
              <a:spcBef>
                <a:spcPts val="0"/>
              </a:spcBef>
              <a:spcAft>
                <a:spcPts val="0"/>
              </a:spcAft>
              <a:buNone/>
              <a:defRPr b="0" i="0" sz="6266"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uas Partes de Conteúdo"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1439175" y="1729128"/>
            <a:ext cx="25922076" cy="7200106"/>
          </a:xfrm>
          <a:prstGeom prst="rect">
            <a:avLst/>
          </a:prstGeom>
          <a:noFill/>
          <a:ln>
            <a:noFill/>
          </a:ln>
        </p:spPr>
        <p:txBody>
          <a:bodyPr anchorCtr="0" anchor="ctr" bIns="154300" lIns="308600" spcFirstLastPara="1" rIns="308600" wrap="square" tIns="1543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5" name="Google Shape;35;p6"/>
          <p:cNvSpPr txBox="1"/>
          <p:nvPr>
            <p:ph idx="1" type="body"/>
          </p:nvPr>
        </p:nvSpPr>
        <p:spPr>
          <a:xfrm>
            <a:off x="1439175" y="10080573"/>
            <a:ext cx="12859449" cy="28510473"/>
          </a:xfrm>
          <a:prstGeom prst="rect">
            <a:avLst/>
          </a:prstGeom>
          <a:noFill/>
          <a:ln>
            <a:noFill/>
          </a:ln>
        </p:spPr>
        <p:txBody>
          <a:bodyPr anchorCtr="0" anchor="t" bIns="154300" lIns="308600" spcFirstLastPara="1" rIns="308600" wrap="square" tIns="154300">
            <a:noAutofit/>
          </a:bodyPr>
          <a:lstStyle>
            <a:lvl1pPr indent="-465645" lvl="0" marL="457200" algn="l">
              <a:spcBef>
                <a:spcPts val="747"/>
              </a:spcBef>
              <a:spcAft>
                <a:spcPts val="0"/>
              </a:spcAft>
              <a:buClr>
                <a:schemeClr val="dk1"/>
              </a:buClr>
              <a:buSzPts val="3733"/>
              <a:buFont typeface="Arial"/>
              <a:buChar char="•"/>
              <a:defRPr sz="3733"/>
            </a:lvl1pPr>
            <a:lvl2pPr indent="-431800" lvl="1" marL="914400" algn="l">
              <a:spcBef>
                <a:spcPts val="640"/>
              </a:spcBef>
              <a:spcAft>
                <a:spcPts val="0"/>
              </a:spcAft>
              <a:buClr>
                <a:schemeClr val="dk1"/>
              </a:buClr>
              <a:buSzPts val="3200"/>
              <a:buFont typeface="Arial"/>
              <a:buChar char="–"/>
              <a:defRPr sz="3200"/>
            </a:lvl2pPr>
            <a:lvl3pPr indent="-397891" lvl="2" marL="1371600" algn="l">
              <a:spcBef>
                <a:spcPts val="533"/>
              </a:spcBef>
              <a:spcAft>
                <a:spcPts val="0"/>
              </a:spcAft>
              <a:buClr>
                <a:schemeClr val="dk1"/>
              </a:buClr>
              <a:buSzPts val="2666"/>
              <a:buFont typeface="Arial"/>
              <a:buChar char="•"/>
              <a:defRPr sz="2666"/>
            </a:lvl3pPr>
            <a:lvl4pPr indent="-381000" lvl="3" marL="1828800" algn="l">
              <a:spcBef>
                <a:spcPts val="480"/>
              </a:spcBef>
              <a:spcAft>
                <a:spcPts val="0"/>
              </a:spcAft>
              <a:buClr>
                <a:schemeClr val="dk1"/>
              </a:buClr>
              <a:buSzPts val="2400"/>
              <a:buFont typeface="Arial"/>
              <a:buChar char="–"/>
              <a:defRPr sz="2400"/>
            </a:lvl4pPr>
            <a:lvl5pPr indent="-381000" lvl="4" marL="2286000" algn="l">
              <a:spcBef>
                <a:spcPts val="480"/>
              </a:spcBef>
              <a:spcAft>
                <a:spcPts val="0"/>
              </a:spcAft>
              <a:buClr>
                <a:schemeClr val="dk1"/>
              </a:buClr>
              <a:buSzPts val="2400"/>
              <a:buFont typeface="Arial"/>
              <a:buChar char="»"/>
              <a:defRPr sz="2400"/>
            </a:lvl5pPr>
            <a:lvl6pPr indent="-381000" lvl="5" marL="2743200" algn="l">
              <a:spcBef>
                <a:spcPts val="480"/>
              </a:spcBef>
              <a:spcAft>
                <a:spcPts val="0"/>
              </a:spcAft>
              <a:buClr>
                <a:schemeClr val="dk1"/>
              </a:buClr>
              <a:buSzPts val="2400"/>
              <a:buFont typeface="Arial"/>
              <a:buChar char="»"/>
              <a:defRPr sz="2400"/>
            </a:lvl6pPr>
            <a:lvl7pPr indent="-381000" lvl="6" marL="3200400" algn="l">
              <a:spcBef>
                <a:spcPts val="480"/>
              </a:spcBef>
              <a:spcAft>
                <a:spcPts val="0"/>
              </a:spcAft>
              <a:buClr>
                <a:schemeClr val="dk1"/>
              </a:buClr>
              <a:buSzPts val="2400"/>
              <a:buFont typeface="Arial"/>
              <a:buChar char="»"/>
              <a:defRPr sz="2400"/>
            </a:lvl7pPr>
            <a:lvl8pPr indent="-381000" lvl="7" marL="3657600" algn="l">
              <a:spcBef>
                <a:spcPts val="480"/>
              </a:spcBef>
              <a:spcAft>
                <a:spcPts val="0"/>
              </a:spcAft>
              <a:buClr>
                <a:schemeClr val="dk1"/>
              </a:buClr>
              <a:buSzPts val="2400"/>
              <a:buFont typeface="Arial"/>
              <a:buChar char="»"/>
              <a:defRPr sz="2400"/>
            </a:lvl8pPr>
            <a:lvl9pPr indent="-381000" lvl="8" marL="4114800" algn="l">
              <a:spcBef>
                <a:spcPts val="480"/>
              </a:spcBef>
              <a:spcAft>
                <a:spcPts val="0"/>
              </a:spcAft>
              <a:buClr>
                <a:schemeClr val="dk1"/>
              </a:buClr>
              <a:buSzPts val="2400"/>
              <a:buFont typeface="Arial"/>
              <a:buChar char="»"/>
              <a:defRPr sz="2400"/>
            </a:lvl9pPr>
          </a:lstStyle>
          <a:p/>
        </p:txBody>
      </p:sp>
      <p:sp>
        <p:nvSpPr>
          <p:cNvPr id="36" name="Google Shape;36;p6"/>
          <p:cNvSpPr txBox="1"/>
          <p:nvPr>
            <p:ph idx="2" type="body"/>
          </p:nvPr>
        </p:nvSpPr>
        <p:spPr>
          <a:xfrm>
            <a:off x="14501801" y="10080573"/>
            <a:ext cx="12859449" cy="28510473"/>
          </a:xfrm>
          <a:prstGeom prst="rect">
            <a:avLst/>
          </a:prstGeom>
          <a:noFill/>
          <a:ln>
            <a:noFill/>
          </a:ln>
        </p:spPr>
        <p:txBody>
          <a:bodyPr anchorCtr="0" anchor="t" bIns="154300" lIns="308600" spcFirstLastPara="1" rIns="308600" wrap="square" tIns="154300">
            <a:noAutofit/>
          </a:bodyPr>
          <a:lstStyle>
            <a:lvl1pPr indent="-465645" lvl="0" marL="457200" algn="l">
              <a:spcBef>
                <a:spcPts val="747"/>
              </a:spcBef>
              <a:spcAft>
                <a:spcPts val="0"/>
              </a:spcAft>
              <a:buClr>
                <a:schemeClr val="dk1"/>
              </a:buClr>
              <a:buSzPts val="3733"/>
              <a:buFont typeface="Arial"/>
              <a:buChar char="•"/>
              <a:defRPr sz="3733"/>
            </a:lvl1pPr>
            <a:lvl2pPr indent="-431800" lvl="1" marL="914400" algn="l">
              <a:spcBef>
                <a:spcPts val="640"/>
              </a:spcBef>
              <a:spcAft>
                <a:spcPts val="0"/>
              </a:spcAft>
              <a:buClr>
                <a:schemeClr val="dk1"/>
              </a:buClr>
              <a:buSzPts val="3200"/>
              <a:buFont typeface="Arial"/>
              <a:buChar char="–"/>
              <a:defRPr sz="3200"/>
            </a:lvl2pPr>
            <a:lvl3pPr indent="-397891" lvl="2" marL="1371600" algn="l">
              <a:spcBef>
                <a:spcPts val="533"/>
              </a:spcBef>
              <a:spcAft>
                <a:spcPts val="0"/>
              </a:spcAft>
              <a:buClr>
                <a:schemeClr val="dk1"/>
              </a:buClr>
              <a:buSzPts val="2666"/>
              <a:buFont typeface="Arial"/>
              <a:buChar char="•"/>
              <a:defRPr sz="2666"/>
            </a:lvl3pPr>
            <a:lvl4pPr indent="-381000" lvl="3" marL="1828800" algn="l">
              <a:spcBef>
                <a:spcPts val="480"/>
              </a:spcBef>
              <a:spcAft>
                <a:spcPts val="0"/>
              </a:spcAft>
              <a:buClr>
                <a:schemeClr val="dk1"/>
              </a:buClr>
              <a:buSzPts val="2400"/>
              <a:buFont typeface="Arial"/>
              <a:buChar char="–"/>
              <a:defRPr sz="2400"/>
            </a:lvl4pPr>
            <a:lvl5pPr indent="-381000" lvl="4" marL="2286000" algn="l">
              <a:spcBef>
                <a:spcPts val="480"/>
              </a:spcBef>
              <a:spcAft>
                <a:spcPts val="0"/>
              </a:spcAft>
              <a:buClr>
                <a:schemeClr val="dk1"/>
              </a:buClr>
              <a:buSzPts val="2400"/>
              <a:buFont typeface="Arial"/>
              <a:buChar char="»"/>
              <a:defRPr sz="2400"/>
            </a:lvl5pPr>
            <a:lvl6pPr indent="-381000" lvl="5" marL="2743200" algn="l">
              <a:spcBef>
                <a:spcPts val="480"/>
              </a:spcBef>
              <a:spcAft>
                <a:spcPts val="0"/>
              </a:spcAft>
              <a:buClr>
                <a:schemeClr val="dk1"/>
              </a:buClr>
              <a:buSzPts val="2400"/>
              <a:buFont typeface="Arial"/>
              <a:buChar char="»"/>
              <a:defRPr sz="2400"/>
            </a:lvl6pPr>
            <a:lvl7pPr indent="-381000" lvl="6" marL="3200400" algn="l">
              <a:spcBef>
                <a:spcPts val="480"/>
              </a:spcBef>
              <a:spcAft>
                <a:spcPts val="0"/>
              </a:spcAft>
              <a:buClr>
                <a:schemeClr val="dk1"/>
              </a:buClr>
              <a:buSzPts val="2400"/>
              <a:buFont typeface="Arial"/>
              <a:buChar char="»"/>
              <a:defRPr sz="2400"/>
            </a:lvl7pPr>
            <a:lvl8pPr indent="-381000" lvl="7" marL="3657600" algn="l">
              <a:spcBef>
                <a:spcPts val="480"/>
              </a:spcBef>
              <a:spcAft>
                <a:spcPts val="0"/>
              </a:spcAft>
              <a:buClr>
                <a:schemeClr val="dk1"/>
              </a:buClr>
              <a:buSzPts val="2400"/>
              <a:buFont typeface="Arial"/>
              <a:buChar char="»"/>
              <a:defRPr sz="2400"/>
            </a:lvl8pPr>
            <a:lvl9pPr indent="-381000" lvl="8" marL="4114800" algn="l">
              <a:spcBef>
                <a:spcPts val="480"/>
              </a:spcBef>
              <a:spcAft>
                <a:spcPts val="0"/>
              </a:spcAft>
              <a:buClr>
                <a:schemeClr val="dk1"/>
              </a:buClr>
              <a:buSzPts val="2400"/>
              <a:buFont typeface="Arial"/>
              <a:buChar char="»"/>
              <a:defRPr sz="2400"/>
            </a:lvl9pPr>
          </a:lstStyle>
          <a:p/>
        </p:txBody>
      </p:sp>
      <p:sp>
        <p:nvSpPr>
          <p:cNvPr id="37" name="Google Shape;37;p6"/>
          <p:cNvSpPr txBox="1"/>
          <p:nvPr>
            <p:ph idx="10" type="dt"/>
          </p:nvPr>
        </p:nvSpPr>
        <p:spPr>
          <a:xfrm>
            <a:off x="1439175" y="39340264"/>
            <a:ext cx="6721792" cy="3001103"/>
          </a:xfrm>
          <a:prstGeom prst="rect">
            <a:avLst/>
          </a:prstGeom>
          <a:noFill/>
          <a:ln>
            <a:noFill/>
          </a:ln>
        </p:spPr>
        <p:txBody>
          <a:bodyPr anchorCtr="0" anchor="t" bIns="154300" lIns="308600" spcFirstLastPara="1" rIns="308600" wrap="square" tIns="1543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9839300" y="39340264"/>
            <a:ext cx="9121828" cy="3001103"/>
          </a:xfrm>
          <a:prstGeom prst="rect">
            <a:avLst/>
          </a:prstGeom>
          <a:noFill/>
          <a:ln>
            <a:noFill/>
          </a:ln>
        </p:spPr>
        <p:txBody>
          <a:bodyPr anchorCtr="0" anchor="t" bIns="154300" lIns="308600" spcFirstLastPara="1" rIns="308600" wrap="square" tIns="1543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20639458" y="39340264"/>
            <a:ext cx="6721792" cy="3001103"/>
          </a:xfrm>
          <a:prstGeom prst="rect">
            <a:avLst/>
          </a:prstGeom>
          <a:noFill/>
          <a:ln>
            <a:noFill/>
          </a:ln>
        </p:spPr>
        <p:txBody>
          <a:bodyPr anchorCtr="0" anchor="t" bIns="154300" lIns="308600" spcFirstLastPara="1" rIns="308600" wrap="square" tIns="154300">
            <a:noAutofit/>
          </a:bodyPr>
          <a:lstStyle>
            <a:lvl1pPr indent="0" lvl="0" marL="0" algn="r">
              <a:spcBef>
                <a:spcPts val="0"/>
              </a:spcBef>
              <a:spcAft>
                <a:spcPts val="0"/>
              </a:spcAft>
              <a:buNone/>
              <a:defRPr b="0" i="0" sz="6266" u="none" cap="none" strike="noStrike">
                <a:solidFill>
                  <a:schemeClr val="dk1"/>
                </a:solidFill>
                <a:latin typeface="Arial"/>
                <a:ea typeface="Arial"/>
                <a:cs typeface="Arial"/>
                <a:sym typeface="Arial"/>
              </a:defRPr>
            </a:lvl1pPr>
            <a:lvl2pPr indent="0" lvl="1" marL="0" algn="r">
              <a:spcBef>
                <a:spcPts val="0"/>
              </a:spcBef>
              <a:spcAft>
                <a:spcPts val="0"/>
              </a:spcAft>
              <a:buNone/>
              <a:defRPr b="0" i="0" sz="6266" u="none" cap="none" strike="noStrike">
                <a:solidFill>
                  <a:schemeClr val="dk1"/>
                </a:solidFill>
                <a:latin typeface="Arial"/>
                <a:ea typeface="Arial"/>
                <a:cs typeface="Arial"/>
                <a:sym typeface="Arial"/>
              </a:defRPr>
            </a:lvl2pPr>
            <a:lvl3pPr indent="0" lvl="2" marL="0" algn="r">
              <a:spcBef>
                <a:spcPts val="0"/>
              </a:spcBef>
              <a:spcAft>
                <a:spcPts val="0"/>
              </a:spcAft>
              <a:buNone/>
              <a:defRPr b="0" i="0" sz="6266" u="none" cap="none" strike="noStrike">
                <a:solidFill>
                  <a:schemeClr val="dk1"/>
                </a:solidFill>
                <a:latin typeface="Arial"/>
                <a:ea typeface="Arial"/>
                <a:cs typeface="Arial"/>
                <a:sym typeface="Arial"/>
              </a:defRPr>
            </a:lvl3pPr>
            <a:lvl4pPr indent="0" lvl="3" marL="0" algn="r">
              <a:spcBef>
                <a:spcPts val="0"/>
              </a:spcBef>
              <a:spcAft>
                <a:spcPts val="0"/>
              </a:spcAft>
              <a:buNone/>
              <a:defRPr b="0" i="0" sz="6266" u="none" cap="none" strike="noStrike">
                <a:solidFill>
                  <a:schemeClr val="dk1"/>
                </a:solidFill>
                <a:latin typeface="Arial"/>
                <a:ea typeface="Arial"/>
                <a:cs typeface="Arial"/>
                <a:sym typeface="Arial"/>
              </a:defRPr>
            </a:lvl4pPr>
            <a:lvl5pPr indent="0" lvl="4" marL="0" algn="r">
              <a:spcBef>
                <a:spcPts val="0"/>
              </a:spcBef>
              <a:spcAft>
                <a:spcPts val="0"/>
              </a:spcAft>
              <a:buNone/>
              <a:defRPr b="0" i="0" sz="6266" u="none" cap="none" strike="noStrike">
                <a:solidFill>
                  <a:schemeClr val="dk1"/>
                </a:solidFill>
                <a:latin typeface="Arial"/>
                <a:ea typeface="Arial"/>
                <a:cs typeface="Arial"/>
                <a:sym typeface="Arial"/>
              </a:defRPr>
            </a:lvl5pPr>
            <a:lvl6pPr indent="0" lvl="5" marL="0" algn="r">
              <a:spcBef>
                <a:spcPts val="0"/>
              </a:spcBef>
              <a:spcAft>
                <a:spcPts val="0"/>
              </a:spcAft>
              <a:buNone/>
              <a:defRPr b="0" i="0" sz="6266" u="none" cap="none" strike="noStrike">
                <a:solidFill>
                  <a:schemeClr val="dk1"/>
                </a:solidFill>
                <a:latin typeface="Arial"/>
                <a:ea typeface="Arial"/>
                <a:cs typeface="Arial"/>
                <a:sym typeface="Arial"/>
              </a:defRPr>
            </a:lvl6pPr>
            <a:lvl7pPr indent="0" lvl="6" marL="0" algn="r">
              <a:spcBef>
                <a:spcPts val="0"/>
              </a:spcBef>
              <a:spcAft>
                <a:spcPts val="0"/>
              </a:spcAft>
              <a:buNone/>
              <a:defRPr b="0" i="0" sz="6266" u="none" cap="none" strike="noStrike">
                <a:solidFill>
                  <a:schemeClr val="dk1"/>
                </a:solidFill>
                <a:latin typeface="Arial"/>
                <a:ea typeface="Arial"/>
                <a:cs typeface="Arial"/>
                <a:sym typeface="Arial"/>
              </a:defRPr>
            </a:lvl7pPr>
            <a:lvl8pPr indent="0" lvl="7" marL="0" algn="r">
              <a:spcBef>
                <a:spcPts val="0"/>
              </a:spcBef>
              <a:spcAft>
                <a:spcPts val="0"/>
              </a:spcAft>
              <a:buNone/>
              <a:defRPr b="0" i="0" sz="6266" u="none" cap="none" strike="noStrike">
                <a:solidFill>
                  <a:schemeClr val="dk1"/>
                </a:solidFill>
                <a:latin typeface="Arial"/>
                <a:ea typeface="Arial"/>
                <a:cs typeface="Arial"/>
                <a:sym typeface="Arial"/>
              </a:defRPr>
            </a:lvl8pPr>
            <a:lvl9pPr indent="0" lvl="8" marL="0" algn="r">
              <a:spcBef>
                <a:spcPts val="0"/>
              </a:spcBef>
              <a:spcAft>
                <a:spcPts val="0"/>
              </a:spcAft>
              <a:buNone/>
              <a:defRPr b="0" i="0" sz="6266"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ção"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1439175" y="1729128"/>
            <a:ext cx="25922076" cy="7200106"/>
          </a:xfrm>
          <a:prstGeom prst="rect">
            <a:avLst/>
          </a:prstGeom>
          <a:noFill/>
          <a:ln>
            <a:noFill/>
          </a:ln>
        </p:spPr>
        <p:txBody>
          <a:bodyPr anchorCtr="0" anchor="ctr" bIns="154300" lIns="308600" spcFirstLastPara="1" rIns="308600" wrap="square" tIns="1543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2" name="Google Shape;42;p7"/>
          <p:cNvSpPr txBox="1"/>
          <p:nvPr>
            <p:ph idx="1" type="body"/>
          </p:nvPr>
        </p:nvSpPr>
        <p:spPr>
          <a:xfrm>
            <a:off x="1439175" y="9669985"/>
            <a:ext cx="12726114" cy="4029689"/>
          </a:xfrm>
          <a:prstGeom prst="rect">
            <a:avLst/>
          </a:prstGeom>
          <a:noFill/>
          <a:ln>
            <a:noFill/>
          </a:ln>
        </p:spPr>
        <p:txBody>
          <a:bodyPr anchorCtr="0" anchor="b" bIns="154300" lIns="308600" spcFirstLastPara="1" rIns="308600" wrap="square" tIns="154300">
            <a:noAutofit/>
          </a:bodyPr>
          <a:lstStyle>
            <a:lvl1pPr indent="-228600" lvl="0" marL="457200" algn="l">
              <a:spcBef>
                <a:spcPts val="640"/>
              </a:spcBef>
              <a:spcAft>
                <a:spcPts val="0"/>
              </a:spcAft>
              <a:buClr>
                <a:schemeClr val="dk1"/>
              </a:buClr>
              <a:buSzPts val="3200"/>
              <a:buFont typeface="Arial"/>
              <a:buNone/>
              <a:defRPr b="1" sz="3200"/>
            </a:lvl1pPr>
            <a:lvl2pPr indent="-228600" lvl="1" marL="914400" algn="l">
              <a:spcBef>
                <a:spcPts val="533"/>
              </a:spcBef>
              <a:spcAft>
                <a:spcPts val="0"/>
              </a:spcAft>
              <a:buClr>
                <a:schemeClr val="dk1"/>
              </a:buClr>
              <a:buSzPts val="2666"/>
              <a:buFont typeface="Arial"/>
              <a:buNone/>
              <a:defRPr b="1" sz="2666"/>
            </a:lvl2pPr>
            <a:lvl3pPr indent="-228600" lvl="2" marL="1371600" algn="l">
              <a:spcBef>
                <a:spcPts val="480"/>
              </a:spcBef>
              <a:spcAft>
                <a:spcPts val="0"/>
              </a:spcAft>
              <a:buClr>
                <a:schemeClr val="dk1"/>
              </a:buClr>
              <a:buSzPts val="2400"/>
              <a:buFont typeface="Arial"/>
              <a:buNone/>
              <a:defRPr b="1" sz="2400"/>
            </a:lvl3pPr>
            <a:lvl4pPr indent="-228600" lvl="3" marL="1828800" algn="l">
              <a:spcBef>
                <a:spcPts val="427"/>
              </a:spcBef>
              <a:spcAft>
                <a:spcPts val="0"/>
              </a:spcAft>
              <a:buClr>
                <a:schemeClr val="dk1"/>
              </a:buClr>
              <a:buSzPts val="2133"/>
              <a:buFont typeface="Arial"/>
              <a:buNone/>
              <a:defRPr b="1" sz="2133"/>
            </a:lvl4pPr>
            <a:lvl5pPr indent="-228600" lvl="4" marL="2286000" algn="l">
              <a:spcBef>
                <a:spcPts val="427"/>
              </a:spcBef>
              <a:spcAft>
                <a:spcPts val="0"/>
              </a:spcAft>
              <a:buClr>
                <a:schemeClr val="dk1"/>
              </a:buClr>
              <a:buSzPts val="2133"/>
              <a:buFont typeface="Arial"/>
              <a:buNone/>
              <a:defRPr b="1" sz="2133"/>
            </a:lvl5pPr>
            <a:lvl6pPr indent="-228600" lvl="5" marL="2743200" algn="l">
              <a:spcBef>
                <a:spcPts val="427"/>
              </a:spcBef>
              <a:spcAft>
                <a:spcPts val="0"/>
              </a:spcAft>
              <a:buClr>
                <a:schemeClr val="dk1"/>
              </a:buClr>
              <a:buSzPts val="2133"/>
              <a:buFont typeface="Arial"/>
              <a:buNone/>
              <a:defRPr b="1" sz="2133"/>
            </a:lvl6pPr>
            <a:lvl7pPr indent="-228600" lvl="6" marL="3200400" algn="l">
              <a:spcBef>
                <a:spcPts val="427"/>
              </a:spcBef>
              <a:spcAft>
                <a:spcPts val="0"/>
              </a:spcAft>
              <a:buClr>
                <a:schemeClr val="dk1"/>
              </a:buClr>
              <a:buSzPts val="2133"/>
              <a:buFont typeface="Arial"/>
              <a:buNone/>
              <a:defRPr b="1" sz="2133"/>
            </a:lvl7pPr>
            <a:lvl8pPr indent="-228600" lvl="7" marL="3657600" algn="l">
              <a:spcBef>
                <a:spcPts val="427"/>
              </a:spcBef>
              <a:spcAft>
                <a:spcPts val="0"/>
              </a:spcAft>
              <a:buClr>
                <a:schemeClr val="dk1"/>
              </a:buClr>
              <a:buSzPts val="2133"/>
              <a:buFont typeface="Arial"/>
              <a:buNone/>
              <a:defRPr b="1" sz="2133"/>
            </a:lvl8pPr>
            <a:lvl9pPr indent="-228600" lvl="8" marL="4114800" algn="l">
              <a:spcBef>
                <a:spcPts val="427"/>
              </a:spcBef>
              <a:spcAft>
                <a:spcPts val="0"/>
              </a:spcAft>
              <a:buClr>
                <a:schemeClr val="dk1"/>
              </a:buClr>
              <a:buSzPts val="2133"/>
              <a:buFont typeface="Arial"/>
              <a:buNone/>
              <a:defRPr b="1" sz="2133"/>
            </a:lvl9pPr>
          </a:lstStyle>
          <a:p/>
        </p:txBody>
      </p:sp>
      <p:sp>
        <p:nvSpPr>
          <p:cNvPr id="43" name="Google Shape;43;p7"/>
          <p:cNvSpPr txBox="1"/>
          <p:nvPr>
            <p:ph idx="2" type="body"/>
          </p:nvPr>
        </p:nvSpPr>
        <p:spPr>
          <a:xfrm>
            <a:off x="1439175" y="13699675"/>
            <a:ext cx="12726114" cy="24891372"/>
          </a:xfrm>
          <a:prstGeom prst="rect">
            <a:avLst/>
          </a:prstGeom>
          <a:noFill/>
          <a:ln>
            <a:noFill/>
          </a:ln>
        </p:spPr>
        <p:txBody>
          <a:bodyPr anchorCtr="0" anchor="t" bIns="154300" lIns="308600" spcFirstLastPara="1" rIns="308600" wrap="square" tIns="154300">
            <a:noAutofit/>
          </a:bodyPr>
          <a:lstStyle>
            <a:lvl1pPr indent="-431800" lvl="0" marL="457200" algn="l">
              <a:spcBef>
                <a:spcPts val="640"/>
              </a:spcBef>
              <a:spcAft>
                <a:spcPts val="0"/>
              </a:spcAft>
              <a:buClr>
                <a:schemeClr val="dk1"/>
              </a:buClr>
              <a:buSzPts val="3200"/>
              <a:buFont typeface="Arial"/>
              <a:buChar char="•"/>
              <a:defRPr sz="3200"/>
            </a:lvl1pPr>
            <a:lvl2pPr indent="-397891" lvl="1" marL="914400" algn="l">
              <a:spcBef>
                <a:spcPts val="533"/>
              </a:spcBef>
              <a:spcAft>
                <a:spcPts val="0"/>
              </a:spcAft>
              <a:buClr>
                <a:schemeClr val="dk1"/>
              </a:buClr>
              <a:buSzPts val="2666"/>
              <a:buFont typeface="Arial"/>
              <a:buChar char="–"/>
              <a:defRPr sz="2666"/>
            </a:lvl2pPr>
            <a:lvl3pPr indent="-381000" lvl="2" marL="1371600" algn="l">
              <a:spcBef>
                <a:spcPts val="480"/>
              </a:spcBef>
              <a:spcAft>
                <a:spcPts val="0"/>
              </a:spcAft>
              <a:buClr>
                <a:schemeClr val="dk1"/>
              </a:buClr>
              <a:buSzPts val="2400"/>
              <a:buFont typeface="Arial"/>
              <a:buChar char="•"/>
              <a:defRPr sz="2400"/>
            </a:lvl3pPr>
            <a:lvl4pPr indent="-364045" lvl="3" marL="1828800" algn="l">
              <a:spcBef>
                <a:spcPts val="427"/>
              </a:spcBef>
              <a:spcAft>
                <a:spcPts val="0"/>
              </a:spcAft>
              <a:buClr>
                <a:schemeClr val="dk1"/>
              </a:buClr>
              <a:buSzPts val="2133"/>
              <a:buFont typeface="Arial"/>
              <a:buChar char="–"/>
              <a:defRPr sz="2133"/>
            </a:lvl4pPr>
            <a:lvl5pPr indent="-364045" lvl="4" marL="2286000" algn="l">
              <a:spcBef>
                <a:spcPts val="427"/>
              </a:spcBef>
              <a:spcAft>
                <a:spcPts val="0"/>
              </a:spcAft>
              <a:buClr>
                <a:schemeClr val="dk1"/>
              </a:buClr>
              <a:buSzPts val="2133"/>
              <a:buFont typeface="Arial"/>
              <a:buChar char="»"/>
              <a:defRPr sz="2133"/>
            </a:lvl5pPr>
            <a:lvl6pPr indent="-364045" lvl="5" marL="2743200" algn="l">
              <a:spcBef>
                <a:spcPts val="427"/>
              </a:spcBef>
              <a:spcAft>
                <a:spcPts val="0"/>
              </a:spcAft>
              <a:buClr>
                <a:schemeClr val="dk1"/>
              </a:buClr>
              <a:buSzPts val="2133"/>
              <a:buFont typeface="Arial"/>
              <a:buChar char="»"/>
              <a:defRPr sz="2133"/>
            </a:lvl6pPr>
            <a:lvl7pPr indent="-364045" lvl="6" marL="3200400" algn="l">
              <a:spcBef>
                <a:spcPts val="427"/>
              </a:spcBef>
              <a:spcAft>
                <a:spcPts val="0"/>
              </a:spcAft>
              <a:buClr>
                <a:schemeClr val="dk1"/>
              </a:buClr>
              <a:buSzPts val="2133"/>
              <a:buFont typeface="Arial"/>
              <a:buChar char="»"/>
              <a:defRPr sz="2133"/>
            </a:lvl7pPr>
            <a:lvl8pPr indent="-364045" lvl="7" marL="3657600" algn="l">
              <a:spcBef>
                <a:spcPts val="427"/>
              </a:spcBef>
              <a:spcAft>
                <a:spcPts val="0"/>
              </a:spcAft>
              <a:buClr>
                <a:schemeClr val="dk1"/>
              </a:buClr>
              <a:buSzPts val="2133"/>
              <a:buFont typeface="Arial"/>
              <a:buChar char="»"/>
              <a:defRPr sz="2133"/>
            </a:lvl8pPr>
            <a:lvl9pPr indent="-364045" lvl="8" marL="4114800" algn="l">
              <a:spcBef>
                <a:spcPts val="427"/>
              </a:spcBef>
              <a:spcAft>
                <a:spcPts val="0"/>
              </a:spcAft>
              <a:buClr>
                <a:schemeClr val="dk1"/>
              </a:buClr>
              <a:buSzPts val="2133"/>
              <a:buFont typeface="Arial"/>
              <a:buChar char="»"/>
              <a:defRPr sz="2133"/>
            </a:lvl9pPr>
          </a:lstStyle>
          <a:p/>
        </p:txBody>
      </p:sp>
      <p:sp>
        <p:nvSpPr>
          <p:cNvPr id="44" name="Google Shape;44;p7"/>
          <p:cNvSpPr txBox="1"/>
          <p:nvPr>
            <p:ph idx="3" type="body"/>
          </p:nvPr>
        </p:nvSpPr>
        <p:spPr>
          <a:xfrm>
            <a:off x="14630904" y="9669985"/>
            <a:ext cx="12730346" cy="4029689"/>
          </a:xfrm>
          <a:prstGeom prst="rect">
            <a:avLst/>
          </a:prstGeom>
          <a:noFill/>
          <a:ln>
            <a:noFill/>
          </a:ln>
        </p:spPr>
        <p:txBody>
          <a:bodyPr anchorCtr="0" anchor="b" bIns="154300" lIns="308600" spcFirstLastPara="1" rIns="308600" wrap="square" tIns="154300">
            <a:noAutofit/>
          </a:bodyPr>
          <a:lstStyle>
            <a:lvl1pPr indent="-228600" lvl="0" marL="457200" algn="l">
              <a:spcBef>
                <a:spcPts val="640"/>
              </a:spcBef>
              <a:spcAft>
                <a:spcPts val="0"/>
              </a:spcAft>
              <a:buClr>
                <a:schemeClr val="dk1"/>
              </a:buClr>
              <a:buSzPts val="3200"/>
              <a:buFont typeface="Arial"/>
              <a:buNone/>
              <a:defRPr b="1" sz="3200"/>
            </a:lvl1pPr>
            <a:lvl2pPr indent="-228600" lvl="1" marL="914400" algn="l">
              <a:spcBef>
                <a:spcPts val="533"/>
              </a:spcBef>
              <a:spcAft>
                <a:spcPts val="0"/>
              </a:spcAft>
              <a:buClr>
                <a:schemeClr val="dk1"/>
              </a:buClr>
              <a:buSzPts val="2666"/>
              <a:buFont typeface="Arial"/>
              <a:buNone/>
              <a:defRPr b="1" sz="2666"/>
            </a:lvl2pPr>
            <a:lvl3pPr indent="-228600" lvl="2" marL="1371600" algn="l">
              <a:spcBef>
                <a:spcPts val="480"/>
              </a:spcBef>
              <a:spcAft>
                <a:spcPts val="0"/>
              </a:spcAft>
              <a:buClr>
                <a:schemeClr val="dk1"/>
              </a:buClr>
              <a:buSzPts val="2400"/>
              <a:buFont typeface="Arial"/>
              <a:buNone/>
              <a:defRPr b="1" sz="2400"/>
            </a:lvl3pPr>
            <a:lvl4pPr indent="-228600" lvl="3" marL="1828800" algn="l">
              <a:spcBef>
                <a:spcPts val="427"/>
              </a:spcBef>
              <a:spcAft>
                <a:spcPts val="0"/>
              </a:spcAft>
              <a:buClr>
                <a:schemeClr val="dk1"/>
              </a:buClr>
              <a:buSzPts val="2133"/>
              <a:buFont typeface="Arial"/>
              <a:buNone/>
              <a:defRPr b="1" sz="2133"/>
            </a:lvl4pPr>
            <a:lvl5pPr indent="-228600" lvl="4" marL="2286000" algn="l">
              <a:spcBef>
                <a:spcPts val="427"/>
              </a:spcBef>
              <a:spcAft>
                <a:spcPts val="0"/>
              </a:spcAft>
              <a:buClr>
                <a:schemeClr val="dk1"/>
              </a:buClr>
              <a:buSzPts val="2133"/>
              <a:buFont typeface="Arial"/>
              <a:buNone/>
              <a:defRPr b="1" sz="2133"/>
            </a:lvl5pPr>
            <a:lvl6pPr indent="-228600" lvl="5" marL="2743200" algn="l">
              <a:spcBef>
                <a:spcPts val="427"/>
              </a:spcBef>
              <a:spcAft>
                <a:spcPts val="0"/>
              </a:spcAft>
              <a:buClr>
                <a:schemeClr val="dk1"/>
              </a:buClr>
              <a:buSzPts val="2133"/>
              <a:buFont typeface="Arial"/>
              <a:buNone/>
              <a:defRPr b="1" sz="2133"/>
            </a:lvl6pPr>
            <a:lvl7pPr indent="-228600" lvl="6" marL="3200400" algn="l">
              <a:spcBef>
                <a:spcPts val="427"/>
              </a:spcBef>
              <a:spcAft>
                <a:spcPts val="0"/>
              </a:spcAft>
              <a:buClr>
                <a:schemeClr val="dk1"/>
              </a:buClr>
              <a:buSzPts val="2133"/>
              <a:buFont typeface="Arial"/>
              <a:buNone/>
              <a:defRPr b="1" sz="2133"/>
            </a:lvl7pPr>
            <a:lvl8pPr indent="-228600" lvl="7" marL="3657600" algn="l">
              <a:spcBef>
                <a:spcPts val="427"/>
              </a:spcBef>
              <a:spcAft>
                <a:spcPts val="0"/>
              </a:spcAft>
              <a:buClr>
                <a:schemeClr val="dk1"/>
              </a:buClr>
              <a:buSzPts val="2133"/>
              <a:buFont typeface="Arial"/>
              <a:buNone/>
              <a:defRPr b="1" sz="2133"/>
            </a:lvl8pPr>
            <a:lvl9pPr indent="-228600" lvl="8" marL="4114800" algn="l">
              <a:spcBef>
                <a:spcPts val="427"/>
              </a:spcBef>
              <a:spcAft>
                <a:spcPts val="0"/>
              </a:spcAft>
              <a:buClr>
                <a:schemeClr val="dk1"/>
              </a:buClr>
              <a:buSzPts val="2133"/>
              <a:buFont typeface="Arial"/>
              <a:buNone/>
              <a:defRPr b="1" sz="2133"/>
            </a:lvl9pPr>
          </a:lstStyle>
          <a:p/>
        </p:txBody>
      </p:sp>
      <p:sp>
        <p:nvSpPr>
          <p:cNvPr id="45" name="Google Shape;45;p7"/>
          <p:cNvSpPr txBox="1"/>
          <p:nvPr>
            <p:ph idx="4" type="body"/>
          </p:nvPr>
        </p:nvSpPr>
        <p:spPr>
          <a:xfrm>
            <a:off x="14630904" y="13699675"/>
            <a:ext cx="12730346" cy="24891372"/>
          </a:xfrm>
          <a:prstGeom prst="rect">
            <a:avLst/>
          </a:prstGeom>
          <a:noFill/>
          <a:ln>
            <a:noFill/>
          </a:ln>
        </p:spPr>
        <p:txBody>
          <a:bodyPr anchorCtr="0" anchor="t" bIns="154300" lIns="308600" spcFirstLastPara="1" rIns="308600" wrap="square" tIns="154300">
            <a:noAutofit/>
          </a:bodyPr>
          <a:lstStyle>
            <a:lvl1pPr indent="-431800" lvl="0" marL="457200" algn="l">
              <a:spcBef>
                <a:spcPts val="640"/>
              </a:spcBef>
              <a:spcAft>
                <a:spcPts val="0"/>
              </a:spcAft>
              <a:buClr>
                <a:schemeClr val="dk1"/>
              </a:buClr>
              <a:buSzPts val="3200"/>
              <a:buFont typeface="Arial"/>
              <a:buChar char="•"/>
              <a:defRPr sz="3200"/>
            </a:lvl1pPr>
            <a:lvl2pPr indent="-397891" lvl="1" marL="914400" algn="l">
              <a:spcBef>
                <a:spcPts val="533"/>
              </a:spcBef>
              <a:spcAft>
                <a:spcPts val="0"/>
              </a:spcAft>
              <a:buClr>
                <a:schemeClr val="dk1"/>
              </a:buClr>
              <a:buSzPts val="2666"/>
              <a:buFont typeface="Arial"/>
              <a:buChar char="–"/>
              <a:defRPr sz="2666"/>
            </a:lvl2pPr>
            <a:lvl3pPr indent="-381000" lvl="2" marL="1371600" algn="l">
              <a:spcBef>
                <a:spcPts val="480"/>
              </a:spcBef>
              <a:spcAft>
                <a:spcPts val="0"/>
              </a:spcAft>
              <a:buClr>
                <a:schemeClr val="dk1"/>
              </a:buClr>
              <a:buSzPts val="2400"/>
              <a:buFont typeface="Arial"/>
              <a:buChar char="•"/>
              <a:defRPr sz="2400"/>
            </a:lvl3pPr>
            <a:lvl4pPr indent="-364045" lvl="3" marL="1828800" algn="l">
              <a:spcBef>
                <a:spcPts val="427"/>
              </a:spcBef>
              <a:spcAft>
                <a:spcPts val="0"/>
              </a:spcAft>
              <a:buClr>
                <a:schemeClr val="dk1"/>
              </a:buClr>
              <a:buSzPts val="2133"/>
              <a:buFont typeface="Arial"/>
              <a:buChar char="–"/>
              <a:defRPr sz="2133"/>
            </a:lvl4pPr>
            <a:lvl5pPr indent="-364045" lvl="4" marL="2286000" algn="l">
              <a:spcBef>
                <a:spcPts val="427"/>
              </a:spcBef>
              <a:spcAft>
                <a:spcPts val="0"/>
              </a:spcAft>
              <a:buClr>
                <a:schemeClr val="dk1"/>
              </a:buClr>
              <a:buSzPts val="2133"/>
              <a:buFont typeface="Arial"/>
              <a:buChar char="»"/>
              <a:defRPr sz="2133"/>
            </a:lvl5pPr>
            <a:lvl6pPr indent="-364045" lvl="5" marL="2743200" algn="l">
              <a:spcBef>
                <a:spcPts val="427"/>
              </a:spcBef>
              <a:spcAft>
                <a:spcPts val="0"/>
              </a:spcAft>
              <a:buClr>
                <a:schemeClr val="dk1"/>
              </a:buClr>
              <a:buSzPts val="2133"/>
              <a:buFont typeface="Arial"/>
              <a:buChar char="»"/>
              <a:defRPr sz="2133"/>
            </a:lvl6pPr>
            <a:lvl7pPr indent="-364045" lvl="6" marL="3200400" algn="l">
              <a:spcBef>
                <a:spcPts val="427"/>
              </a:spcBef>
              <a:spcAft>
                <a:spcPts val="0"/>
              </a:spcAft>
              <a:buClr>
                <a:schemeClr val="dk1"/>
              </a:buClr>
              <a:buSzPts val="2133"/>
              <a:buFont typeface="Arial"/>
              <a:buChar char="»"/>
              <a:defRPr sz="2133"/>
            </a:lvl7pPr>
            <a:lvl8pPr indent="-364045" lvl="7" marL="3657600" algn="l">
              <a:spcBef>
                <a:spcPts val="427"/>
              </a:spcBef>
              <a:spcAft>
                <a:spcPts val="0"/>
              </a:spcAft>
              <a:buClr>
                <a:schemeClr val="dk1"/>
              </a:buClr>
              <a:buSzPts val="2133"/>
              <a:buFont typeface="Arial"/>
              <a:buChar char="»"/>
              <a:defRPr sz="2133"/>
            </a:lvl8pPr>
            <a:lvl9pPr indent="-364045" lvl="8" marL="4114800" algn="l">
              <a:spcBef>
                <a:spcPts val="427"/>
              </a:spcBef>
              <a:spcAft>
                <a:spcPts val="0"/>
              </a:spcAft>
              <a:buClr>
                <a:schemeClr val="dk1"/>
              </a:buClr>
              <a:buSzPts val="2133"/>
              <a:buFont typeface="Arial"/>
              <a:buChar char="»"/>
              <a:defRPr sz="2133"/>
            </a:lvl9pPr>
          </a:lstStyle>
          <a:p/>
        </p:txBody>
      </p:sp>
      <p:sp>
        <p:nvSpPr>
          <p:cNvPr id="46" name="Google Shape;46;p7"/>
          <p:cNvSpPr txBox="1"/>
          <p:nvPr>
            <p:ph idx="10" type="dt"/>
          </p:nvPr>
        </p:nvSpPr>
        <p:spPr>
          <a:xfrm>
            <a:off x="1439175" y="39340264"/>
            <a:ext cx="6721792" cy="3001103"/>
          </a:xfrm>
          <a:prstGeom prst="rect">
            <a:avLst/>
          </a:prstGeom>
          <a:noFill/>
          <a:ln>
            <a:noFill/>
          </a:ln>
        </p:spPr>
        <p:txBody>
          <a:bodyPr anchorCtr="0" anchor="t" bIns="154300" lIns="308600" spcFirstLastPara="1" rIns="308600" wrap="square" tIns="1543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9839300" y="39340264"/>
            <a:ext cx="9121828" cy="3001103"/>
          </a:xfrm>
          <a:prstGeom prst="rect">
            <a:avLst/>
          </a:prstGeom>
          <a:noFill/>
          <a:ln>
            <a:noFill/>
          </a:ln>
        </p:spPr>
        <p:txBody>
          <a:bodyPr anchorCtr="0" anchor="t" bIns="154300" lIns="308600" spcFirstLastPara="1" rIns="308600" wrap="square" tIns="1543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20639458" y="39340264"/>
            <a:ext cx="6721792" cy="3001103"/>
          </a:xfrm>
          <a:prstGeom prst="rect">
            <a:avLst/>
          </a:prstGeom>
          <a:noFill/>
          <a:ln>
            <a:noFill/>
          </a:ln>
        </p:spPr>
        <p:txBody>
          <a:bodyPr anchorCtr="0" anchor="t" bIns="154300" lIns="308600" spcFirstLastPara="1" rIns="308600" wrap="square" tIns="154300">
            <a:noAutofit/>
          </a:bodyPr>
          <a:lstStyle>
            <a:lvl1pPr indent="0" lvl="0" marL="0" algn="r">
              <a:spcBef>
                <a:spcPts val="0"/>
              </a:spcBef>
              <a:spcAft>
                <a:spcPts val="0"/>
              </a:spcAft>
              <a:buNone/>
              <a:defRPr b="0" i="0" sz="6266" u="none" cap="none" strike="noStrike">
                <a:solidFill>
                  <a:schemeClr val="dk1"/>
                </a:solidFill>
                <a:latin typeface="Arial"/>
                <a:ea typeface="Arial"/>
                <a:cs typeface="Arial"/>
                <a:sym typeface="Arial"/>
              </a:defRPr>
            </a:lvl1pPr>
            <a:lvl2pPr indent="0" lvl="1" marL="0" algn="r">
              <a:spcBef>
                <a:spcPts val="0"/>
              </a:spcBef>
              <a:spcAft>
                <a:spcPts val="0"/>
              </a:spcAft>
              <a:buNone/>
              <a:defRPr b="0" i="0" sz="6266" u="none" cap="none" strike="noStrike">
                <a:solidFill>
                  <a:schemeClr val="dk1"/>
                </a:solidFill>
                <a:latin typeface="Arial"/>
                <a:ea typeface="Arial"/>
                <a:cs typeface="Arial"/>
                <a:sym typeface="Arial"/>
              </a:defRPr>
            </a:lvl2pPr>
            <a:lvl3pPr indent="0" lvl="2" marL="0" algn="r">
              <a:spcBef>
                <a:spcPts val="0"/>
              </a:spcBef>
              <a:spcAft>
                <a:spcPts val="0"/>
              </a:spcAft>
              <a:buNone/>
              <a:defRPr b="0" i="0" sz="6266" u="none" cap="none" strike="noStrike">
                <a:solidFill>
                  <a:schemeClr val="dk1"/>
                </a:solidFill>
                <a:latin typeface="Arial"/>
                <a:ea typeface="Arial"/>
                <a:cs typeface="Arial"/>
                <a:sym typeface="Arial"/>
              </a:defRPr>
            </a:lvl3pPr>
            <a:lvl4pPr indent="0" lvl="3" marL="0" algn="r">
              <a:spcBef>
                <a:spcPts val="0"/>
              </a:spcBef>
              <a:spcAft>
                <a:spcPts val="0"/>
              </a:spcAft>
              <a:buNone/>
              <a:defRPr b="0" i="0" sz="6266" u="none" cap="none" strike="noStrike">
                <a:solidFill>
                  <a:schemeClr val="dk1"/>
                </a:solidFill>
                <a:latin typeface="Arial"/>
                <a:ea typeface="Arial"/>
                <a:cs typeface="Arial"/>
                <a:sym typeface="Arial"/>
              </a:defRPr>
            </a:lvl4pPr>
            <a:lvl5pPr indent="0" lvl="4" marL="0" algn="r">
              <a:spcBef>
                <a:spcPts val="0"/>
              </a:spcBef>
              <a:spcAft>
                <a:spcPts val="0"/>
              </a:spcAft>
              <a:buNone/>
              <a:defRPr b="0" i="0" sz="6266" u="none" cap="none" strike="noStrike">
                <a:solidFill>
                  <a:schemeClr val="dk1"/>
                </a:solidFill>
                <a:latin typeface="Arial"/>
                <a:ea typeface="Arial"/>
                <a:cs typeface="Arial"/>
                <a:sym typeface="Arial"/>
              </a:defRPr>
            </a:lvl5pPr>
            <a:lvl6pPr indent="0" lvl="5" marL="0" algn="r">
              <a:spcBef>
                <a:spcPts val="0"/>
              </a:spcBef>
              <a:spcAft>
                <a:spcPts val="0"/>
              </a:spcAft>
              <a:buNone/>
              <a:defRPr b="0" i="0" sz="6266" u="none" cap="none" strike="noStrike">
                <a:solidFill>
                  <a:schemeClr val="dk1"/>
                </a:solidFill>
                <a:latin typeface="Arial"/>
                <a:ea typeface="Arial"/>
                <a:cs typeface="Arial"/>
                <a:sym typeface="Arial"/>
              </a:defRPr>
            </a:lvl6pPr>
            <a:lvl7pPr indent="0" lvl="6" marL="0" algn="r">
              <a:spcBef>
                <a:spcPts val="0"/>
              </a:spcBef>
              <a:spcAft>
                <a:spcPts val="0"/>
              </a:spcAft>
              <a:buNone/>
              <a:defRPr b="0" i="0" sz="6266" u="none" cap="none" strike="noStrike">
                <a:solidFill>
                  <a:schemeClr val="dk1"/>
                </a:solidFill>
                <a:latin typeface="Arial"/>
                <a:ea typeface="Arial"/>
                <a:cs typeface="Arial"/>
                <a:sym typeface="Arial"/>
              </a:defRPr>
            </a:lvl7pPr>
            <a:lvl8pPr indent="0" lvl="7" marL="0" algn="r">
              <a:spcBef>
                <a:spcPts val="0"/>
              </a:spcBef>
              <a:spcAft>
                <a:spcPts val="0"/>
              </a:spcAft>
              <a:buNone/>
              <a:defRPr b="0" i="0" sz="6266" u="none" cap="none" strike="noStrike">
                <a:solidFill>
                  <a:schemeClr val="dk1"/>
                </a:solidFill>
                <a:latin typeface="Arial"/>
                <a:ea typeface="Arial"/>
                <a:cs typeface="Arial"/>
                <a:sym typeface="Arial"/>
              </a:defRPr>
            </a:lvl8pPr>
            <a:lvl9pPr indent="0" lvl="8" marL="0" algn="r">
              <a:spcBef>
                <a:spcPts val="0"/>
              </a:spcBef>
              <a:spcAft>
                <a:spcPts val="0"/>
              </a:spcAft>
              <a:buNone/>
              <a:defRPr b="0" i="0" sz="6266"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mente título"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1439175" y="1729128"/>
            <a:ext cx="25922076" cy="7200106"/>
          </a:xfrm>
          <a:prstGeom prst="rect">
            <a:avLst/>
          </a:prstGeom>
          <a:noFill/>
          <a:ln>
            <a:noFill/>
          </a:ln>
        </p:spPr>
        <p:txBody>
          <a:bodyPr anchorCtr="0" anchor="ctr" bIns="154300" lIns="308600" spcFirstLastPara="1" rIns="308600" wrap="square" tIns="1543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1" name="Google Shape;51;p8"/>
          <p:cNvSpPr txBox="1"/>
          <p:nvPr>
            <p:ph idx="10" type="dt"/>
          </p:nvPr>
        </p:nvSpPr>
        <p:spPr>
          <a:xfrm>
            <a:off x="1439175" y="39340264"/>
            <a:ext cx="6721792" cy="3001103"/>
          </a:xfrm>
          <a:prstGeom prst="rect">
            <a:avLst/>
          </a:prstGeom>
          <a:noFill/>
          <a:ln>
            <a:noFill/>
          </a:ln>
        </p:spPr>
        <p:txBody>
          <a:bodyPr anchorCtr="0" anchor="t" bIns="154300" lIns="308600" spcFirstLastPara="1" rIns="308600" wrap="square" tIns="1543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9839300" y="39340264"/>
            <a:ext cx="9121828" cy="3001103"/>
          </a:xfrm>
          <a:prstGeom prst="rect">
            <a:avLst/>
          </a:prstGeom>
          <a:noFill/>
          <a:ln>
            <a:noFill/>
          </a:ln>
        </p:spPr>
        <p:txBody>
          <a:bodyPr anchorCtr="0" anchor="t" bIns="154300" lIns="308600" spcFirstLastPara="1" rIns="308600" wrap="square" tIns="1543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20639458" y="39340264"/>
            <a:ext cx="6721792" cy="3001103"/>
          </a:xfrm>
          <a:prstGeom prst="rect">
            <a:avLst/>
          </a:prstGeom>
          <a:noFill/>
          <a:ln>
            <a:noFill/>
          </a:ln>
        </p:spPr>
        <p:txBody>
          <a:bodyPr anchorCtr="0" anchor="t" bIns="154300" lIns="308600" spcFirstLastPara="1" rIns="308600" wrap="square" tIns="154300">
            <a:noAutofit/>
          </a:bodyPr>
          <a:lstStyle>
            <a:lvl1pPr indent="0" lvl="0" marL="0" algn="r">
              <a:spcBef>
                <a:spcPts val="0"/>
              </a:spcBef>
              <a:spcAft>
                <a:spcPts val="0"/>
              </a:spcAft>
              <a:buNone/>
              <a:defRPr b="0" i="0" sz="6266" u="none" cap="none" strike="noStrike">
                <a:solidFill>
                  <a:schemeClr val="dk1"/>
                </a:solidFill>
                <a:latin typeface="Arial"/>
                <a:ea typeface="Arial"/>
                <a:cs typeface="Arial"/>
                <a:sym typeface="Arial"/>
              </a:defRPr>
            </a:lvl1pPr>
            <a:lvl2pPr indent="0" lvl="1" marL="0" algn="r">
              <a:spcBef>
                <a:spcPts val="0"/>
              </a:spcBef>
              <a:spcAft>
                <a:spcPts val="0"/>
              </a:spcAft>
              <a:buNone/>
              <a:defRPr b="0" i="0" sz="6266" u="none" cap="none" strike="noStrike">
                <a:solidFill>
                  <a:schemeClr val="dk1"/>
                </a:solidFill>
                <a:latin typeface="Arial"/>
                <a:ea typeface="Arial"/>
                <a:cs typeface="Arial"/>
                <a:sym typeface="Arial"/>
              </a:defRPr>
            </a:lvl2pPr>
            <a:lvl3pPr indent="0" lvl="2" marL="0" algn="r">
              <a:spcBef>
                <a:spcPts val="0"/>
              </a:spcBef>
              <a:spcAft>
                <a:spcPts val="0"/>
              </a:spcAft>
              <a:buNone/>
              <a:defRPr b="0" i="0" sz="6266" u="none" cap="none" strike="noStrike">
                <a:solidFill>
                  <a:schemeClr val="dk1"/>
                </a:solidFill>
                <a:latin typeface="Arial"/>
                <a:ea typeface="Arial"/>
                <a:cs typeface="Arial"/>
                <a:sym typeface="Arial"/>
              </a:defRPr>
            </a:lvl3pPr>
            <a:lvl4pPr indent="0" lvl="3" marL="0" algn="r">
              <a:spcBef>
                <a:spcPts val="0"/>
              </a:spcBef>
              <a:spcAft>
                <a:spcPts val="0"/>
              </a:spcAft>
              <a:buNone/>
              <a:defRPr b="0" i="0" sz="6266" u="none" cap="none" strike="noStrike">
                <a:solidFill>
                  <a:schemeClr val="dk1"/>
                </a:solidFill>
                <a:latin typeface="Arial"/>
                <a:ea typeface="Arial"/>
                <a:cs typeface="Arial"/>
                <a:sym typeface="Arial"/>
              </a:defRPr>
            </a:lvl4pPr>
            <a:lvl5pPr indent="0" lvl="4" marL="0" algn="r">
              <a:spcBef>
                <a:spcPts val="0"/>
              </a:spcBef>
              <a:spcAft>
                <a:spcPts val="0"/>
              </a:spcAft>
              <a:buNone/>
              <a:defRPr b="0" i="0" sz="6266" u="none" cap="none" strike="noStrike">
                <a:solidFill>
                  <a:schemeClr val="dk1"/>
                </a:solidFill>
                <a:latin typeface="Arial"/>
                <a:ea typeface="Arial"/>
                <a:cs typeface="Arial"/>
                <a:sym typeface="Arial"/>
              </a:defRPr>
            </a:lvl5pPr>
            <a:lvl6pPr indent="0" lvl="5" marL="0" algn="r">
              <a:spcBef>
                <a:spcPts val="0"/>
              </a:spcBef>
              <a:spcAft>
                <a:spcPts val="0"/>
              </a:spcAft>
              <a:buNone/>
              <a:defRPr b="0" i="0" sz="6266" u="none" cap="none" strike="noStrike">
                <a:solidFill>
                  <a:schemeClr val="dk1"/>
                </a:solidFill>
                <a:latin typeface="Arial"/>
                <a:ea typeface="Arial"/>
                <a:cs typeface="Arial"/>
                <a:sym typeface="Arial"/>
              </a:defRPr>
            </a:lvl6pPr>
            <a:lvl7pPr indent="0" lvl="6" marL="0" algn="r">
              <a:spcBef>
                <a:spcPts val="0"/>
              </a:spcBef>
              <a:spcAft>
                <a:spcPts val="0"/>
              </a:spcAft>
              <a:buNone/>
              <a:defRPr b="0" i="0" sz="6266" u="none" cap="none" strike="noStrike">
                <a:solidFill>
                  <a:schemeClr val="dk1"/>
                </a:solidFill>
                <a:latin typeface="Arial"/>
                <a:ea typeface="Arial"/>
                <a:cs typeface="Arial"/>
                <a:sym typeface="Arial"/>
              </a:defRPr>
            </a:lvl7pPr>
            <a:lvl8pPr indent="0" lvl="7" marL="0" algn="r">
              <a:spcBef>
                <a:spcPts val="0"/>
              </a:spcBef>
              <a:spcAft>
                <a:spcPts val="0"/>
              </a:spcAft>
              <a:buNone/>
              <a:defRPr b="0" i="0" sz="6266" u="none" cap="none" strike="noStrike">
                <a:solidFill>
                  <a:schemeClr val="dk1"/>
                </a:solidFill>
                <a:latin typeface="Arial"/>
                <a:ea typeface="Arial"/>
                <a:cs typeface="Arial"/>
                <a:sym typeface="Arial"/>
              </a:defRPr>
            </a:lvl8pPr>
            <a:lvl9pPr indent="0" lvl="8" marL="0" algn="r">
              <a:spcBef>
                <a:spcPts val="0"/>
              </a:spcBef>
              <a:spcAft>
                <a:spcPts val="0"/>
              </a:spcAft>
              <a:buNone/>
              <a:defRPr b="0" i="0" sz="6266"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 branco" type="blank">
  <p:cSld name="BLANK">
    <p:spTree>
      <p:nvGrpSpPr>
        <p:cNvPr id="54" name="Shape 54"/>
        <p:cNvGrpSpPr/>
        <p:nvPr/>
      </p:nvGrpSpPr>
      <p:grpSpPr>
        <a:xfrm>
          <a:off x="0" y="0"/>
          <a:ext cx="0" cy="0"/>
          <a:chOff x="0" y="0"/>
          <a:chExt cx="0" cy="0"/>
        </a:xfrm>
      </p:grpSpPr>
      <p:sp>
        <p:nvSpPr>
          <p:cNvPr id="55" name="Google Shape;55;p9"/>
          <p:cNvSpPr txBox="1"/>
          <p:nvPr>
            <p:ph idx="10" type="dt"/>
          </p:nvPr>
        </p:nvSpPr>
        <p:spPr>
          <a:xfrm>
            <a:off x="1439175" y="39340264"/>
            <a:ext cx="6721792" cy="3001103"/>
          </a:xfrm>
          <a:prstGeom prst="rect">
            <a:avLst/>
          </a:prstGeom>
          <a:noFill/>
          <a:ln>
            <a:noFill/>
          </a:ln>
        </p:spPr>
        <p:txBody>
          <a:bodyPr anchorCtr="0" anchor="t" bIns="154300" lIns="308600" spcFirstLastPara="1" rIns="308600" wrap="square" tIns="1543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9"/>
          <p:cNvSpPr txBox="1"/>
          <p:nvPr>
            <p:ph idx="11" type="ftr"/>
          </p:nvPr>
        </p:nvSpPr>
        <p:spPr>
          <a:xfrm>
            <a:off x="9839300" y="39340264"/>
            <a:ext cx="9121828" cy="3001103"/>
          </a:xfrm>
          <a:prstGeom prst="rect">
            <a:avLst/>
          </a:prstGeom>
          <a:noFill/>
          <a:ln>
            <a:noFill/>
          </a:ln>
        </p:spPr>
        <p:txBody>
          <a:bodyPr anchorCtr="0" anchor="t" bIns="154300" lIns="308600" spcFirstLastPara="1" rIns="308600" wrap="square" tIns="1543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9"/>
          <p:cNvSpPr txBox="1"/>
          <p:nvPr>
            <p:ph idx="12" type="sldNum"/>
          </p:nvPr>
        </p:nvSpPr>
        <p:spPr>
          <a:xfrm>
            <a:off x="20639458" y="39340264"/>
            <a:ext cx="6721792" cy="3001103"/>
          </a:xfrm>
          <a:prstGeom prst="rect">
            <a:avLst/>
          </a:prstGeom>
          <a:noFill/>
          <a:ln>
            <a:noFill/>
          </a:ln>
        </p:spPr>
        <p:txBody>
          <a:bodyPr anchorCtr="0" anchor="t" bIns="154300" lIns="308600" spcFirstLastPara="1" rIns="308600" wrap="square" tIns="154300">
            <a:noAutofit/>
          </a:bodyPr>
          <a:lstStyle>
            <a:lvl1pPr indent="0" lvl="0" marL="0" algn="r">
              <a:spcBef>
                <a:spcPts val="0"/>
              </a:spcBef>
              <a:spcAft>
                <a:spcPts val="0"/>
              </a:spcAft>
              <a:buNone/>
              <a:defRPr b="0" i="0" sz="6266" u="none" cap="none" strike="noStrike">
                <a:solidFill>
                  <a:schemeClr val="dk1"/>
                </a:solidFill>
                <a:latin typeface="Arial"/>
                <a:ea typeface="Arial"/>
                <a:cs typeface="Arial"/>
                <a:sym typeface="Arial"/>
              </a:defRPr>
            </a:lvl1pPr>
            <a:lvl2pPr indent="0" lvl="1" marL="0" algn="r">
              <a:spcBef>
                <a:spcPts val="0"/>
              </a:spcBef>
              <a:spcAft>
                <a:spcPts val="0"/>
              </a:spcAft>
              <a:buNone/>
              <a:defRPr b="0" i="0" sz="6266" u="none" cap="none" strike="noStrike">
                <a:solidFill>
                  <a:schemeClr val="dk1"/>
                </a:solidFill>
                <a:latin typeface="Arial"/>
                <a:ea typeface="Arial"/>
                <a:cs typeface="Arial"/>
                <a:sym typeface="Arial"/>
              </a:defRPr>
            </a:lvl2pPr>
            <a:lvl3pPr indent="0" lvl="2" marL="0" algn="r">
              <a:spcBef>
                <a:spcPts val="0"/>
              </a:spcBef>
              <a:spcAft>
                <a:spcPts val="0"/>
              </a:spcAft>
              <a:buNone/>
              <a:defRPr b="0" i="0" sz="6266" u="none" cap="none" strike="noStrike">
                <a:solidFill>
                  <a:schemeClr val="dk1"/>
                </a:solidFill>
                <a:latin typeface="Arial"/>
                <a:ea typeface="Arial"/>
                <a:cs typeface="Arial"/>
                <a:sym typeface="Arial"/>
              </a:defRPr>
            </a:lvl3pPr>
            <a:lvl4pPr indent="0" lvl="3" marL="0" algn="r">
              <a:spcBef>
                <a:spcPts val="0"/>
              </a:spcBef>
              <a:spcAft>
                <a:spcPts val="0"/>
              </a:spcAft>
              <a:buNone/>
              <a:defRPr b="0" i="0" sz="6266" u="none" cap="none" strike="noStrike">
                <a:solidFill>
                  <a:schemeClr val="dk1"/>
                </a:solidFill>
                <a:latin typeface="Arial"/>
                <a:ea typeface="Arial"/>
                <a:cs typeface="Arial"/>
                <a:sym typeface="Arial"/>
              </a:defRPr>
            </a:lvl4pPr>
            <a:lvl5pPr indent="0" lvl="4" marL="0" algn="r">
              <a:spcBef>
                <a:spcPts val="0"/>
              </a:spcBef>
              <a:spcAft>
                <a:spcPts val="0"/>
              </a:spcAft>
              <a:buNone/>
              <a:defRPr b="0" i="0" sz="6266" u="none" cap="none" strike="noStrike">
                <a:solidFill>
                  <a:schemeClr val="dk1"/>
                </a:solidFill>
                <a:latin typeface="Arial"/>
                <a:ea typeface="Arial"/>
                <a:cs typeface="Arial"/>
                <a:sym typeface="Arial"/>
              </a:defRPr>
            </a:lvl5pPr>
            <a:lvl6pPr indent="0" lvl="5" marL="0" algn="r">
              <a:spcBef>
                <a:spcPts val="0"/>
              </a:spcBef>
              <a:spcAft>
                <a:spcPts val="0"/>
              </a:spcAft>
              <a:buNone/>
              <a:defRPr b="0" i="0" sz="6266" u="none" cap="none" strike="noStrike">
                <a:solidFill>
                  <a:schemeClr val="dk1"/>
                </a:solidFill>
                <a:latin typeface="Arial"/>
                <a:ea typeface="Arial"/>
                <a:cs typeface="Arial"/>
                <a:sym typeface="Arial"/>
              </a:defRPr>
            </a:lvl6pPr>
            <a:lvl7pPr indent="0" lvl="6" marL="0" algn="r">
              <a:spcBef>
                <a:spcPts val="0"/>
              </a:spcBef>
              <a:spcAft>
                <a:spcPts val="0"/>
              </a:spcAft>
              <a:buNone/>
              <a:defRPr b="0" i="0" sz="6266" u="none" cap="none" strike="noStrike">
                <a:solidFill>
                  <a:schemeClr val="dk1"/>
                </a:solidFill>
                <a:latin typeface="Arial"/>
                <a:ea typeface="Arial"/>
                <a:cs typeface="Arial"/>
                <a:sym typeface="Arial"/>
              </a:defRPr>
            </a:lvl7pPr>
            <a:lvl8pPr indent="0" lvl="7" marL="0" algn="r">
              <a:spcBef>
                <a:spcPts val="0"/>
              </a:spcBef>
              <a:spcAft>
                <a:spcPts val="0"/>
              </a:spcAft>
              <a:buNone/>
              <a:defRPr b="0" i="0" sz="6266" u="none" cap="none" strike="noStrike">
                <a:solidFill>
                  <a:schemeClr val="dk1"/>
                </a:solidFill>
                <a:latin typeface="Arial"/>
                <a:ea typeface="Arial"/>
                <a:cs typeface="Arial"/>
                <a:sym typeface="Arial"/>
              </a:defRPr>
            </a:lvl8pPr>
            <a:lvl9pPr indent="0" lvl="8" marL="0" algn="r">
              <a:spcBef>
                <a:spcPts val="0"/>
              </a:spcBef>
              <a:spcAft>
                <a:spcPts val="0"/>
              </a:spcAft>
              <a:buNone/>
              <a:defRPr b="0" i="0" sz="6266"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údo com Legenda" type="objTx">
  <p:cSld name="OBJECT_WITH_CAPTION_TEXT">
    <p:spTree>
      <p:nvGrpSpPr>
        <p:cNvPr id="58" name="Shape 58"/>
        <p:cNvGrpSpPr/>
        <p:nvPr/>
      </p:nvGrpSpPr>
      <p:grpSpPr>
        <a:xfrm>
          <a:off x="0" y="0"/>
          <a:ext cx="0" cy="0"/>
          <a:chOff x="0" y="0"/>
          <a:chExt cx="0" cy="0"/>
        </a:xfrm>
      </p:grpSpPr>
      <p:sp>
        <p:nvSpPr>
          <p:cNvPr id="59" name="Google Shape;59;p10"/>
          <p:cNvSpPr txBox="1"/>
          <p:nvPr>
            <p:ph type="title"/>
          </p:nvPr>
        </p:nvSpPr>
        <p:spPr>
          <a:xfrm>
            <a:off x="1439175" y="1720661"/>
            <a:ext cx="9475273" cy="7318627"/>
          </a:xfrm>
          <a:prstGeom prst="rect">
            <a:avLst/>
          </a:prstGeom>
          <a:noFill/>
          <a:ln>
            <a:noFill/>
          </a:ln>
        </p:spPr>
        <p:txBody>
          <a:bodyPr anchorCtr="0" anchor="b" bIns="154300" lIns="308600" spcFirstLastPara="1" rIns="308600" wrap="square" tIns="154300">
            <a:noAutofit/>
          </a:bodyPr>
          <a:lstStyle>
            <a:lvl1pPr lvl="0" algn="l">
              <a:spcBef>
                <a:spcPts val="0"/>
              </a:spcBef>
              <a:spcAft>
                <a:spcPts val="0"/>
              </a:spcAft>
              <a:buSzPts val="1400"/>
              <a:buNone/>
              <a:defRPr b="1" sz="2666"/>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0" name="Google Shape;60;p10"/>
          <p:cNvSpPr txBox="1"/>
          <p:nvPr>
            <p:ph idx="1" type="body"/>
          </p:nvPr>
        </p:nvSpPr>
        <p:spPr>
          <a:xfrm>
            <a:off x="11259425" y="1720662"/>
            <a:ext cx="16101825" cy="36870385"/>
          </a:xfrm>
          <a:prstGeom prst="rect">
            <a:avLst/>
          </a:prstGeom>
          <a:noFill/>
          <a:ln>
            <a:noFill/>
          </a:ln>
        </p:spPr>
        <p:txBody>
          <a:bodyPr anchorCtr="0" anchor="t" bIns="154300" lIns="308600" spcFirstLastPara="1" rIns="308600" wrap="square" tIns="154300">
            <a:noAutofit/>
          </a:bodyPr>
          <a:lstStyle>
            <a:lvl1pPr indent="-499491" lvl="0" marL="457200" algn="l">
              <a:spcBef>
                <a:spcPts val="853"/>
              </a:spcBef>
              <a:spcAft>
                <a:spcPts val="0"/>
              </a:spcAft>
              <a:buClr>
                <a:schemeClr val="dk1"/>
              </a:buClr>
              <a:buSzPts val="4266"/>
              <a:buFont typeface="Arial"/>
              <a:buChar char="•"/>
              <a:defRPr sz="4266"/>
            </a:lvl1pPr>
            <a:lvl2pPr indent="-465645" lvl="1" marL="914400" algn="l">
              <a:spcBef>
                <a:spcPts val="747"/>
              </a:spcBef>
              <a:spcAft>
                <a:spcPts val="0"/>
              </a:spcAft>
              <a:buClr>
                <a:schemeClr val="dk1"/>
              </a:buClr>
              <a:buSzPts val="3733"/>
              <a:buFont typeface="Arial"/>
              <a:buChar char="–"/>
              <a:defRPr sz="3733"/>
            </a:lvl2pPr>
            <a:lvl3pPr indent="-431800" lvl="2" marL="1371600" algn="l">
              <a:spcBef>
                <a:spcPts val="640"/>
              </a:spcBef>
              <a:spcAft>
                <a:spcPts val="0"/>
              </a:spcAft>
              <a:buClr>
                <a:schemeClr val="dk1"/>
              </a:buClr>
              <a:buSzPts val="3200"/>
              <a:buFont typeface="Arial"/>
              <a:buChar char="•"/>
              <a:defRPr sz="3200"/>
            </a:lvl3pPr>
            <a:lvl4pPr indent="-397891" lvl="3" marL="1828800" algn="l">
              <a:spcBef>
                <a:spcPts val="533"/>
              </a:spcBef>
              <a:spcAft>
                <a:spcPts val="0"/>
              </a:spcAft>
              <a:buClr>
                <a:schemeClr val="dk1"/>
              </a:buClr>
              <a:buSzPts val="2666"/>
              <a:buFont typeface="Arial"/>
              <a:buChar char="–"/>
              <a:defRPr sz="2666"/>
            </a:lvl4pPr>
            <a:lvl5pPr indent="-397891" lvl="4" marL="2286000" algn="l">
              <a:spcBef>
                <a:spcPts val="533"/>
              </a:spcBef>
              <a:spcAft>
                <a:spcPts val="0"/>
              </a:spcAft>
              <a:buClr>
                <a:schemeClr val="dk1"/>
              </a:buClr>
              <a:buSzPts val="2666"/>
              <a:buFont typeface="Arial"/>
              <a:buChar char="»"/>
              <a:defRPr sz="2666"/>
            </a:lvl5pPr>
            <a:lvl6pPr indent="-397891" lvl="5" marL="2743200" algn="l">
              <a:spcBef>
                <a:spcPts val="533"/>
              </a:spcBef>
              <a:spcAft>
                <a:spcPts val="0"/>
              </a:spcAft>
              <a:buClr>
                <a:schemeClr val="dk1"/>
              </a:buClr>
              <a:buSzPts val="2666"/>
              <a:buFont typeface="Arial"/>
              <a:buChar char="»"/>
              <a:defRPr sz="2666"/>
            </a:lvl6pPr>
            <a:lvl7pPr indent="-397891" lvl="6" marL="3200400" algn="l">
              <a:spcBef>
                <a:spcPts val="533"/>
              </a:spcBef>
              <a:spcAft>
                <a:spcPts val="0"/>
              </a:spcAft>
              <a:buClr>
                <a:schemeClr val="dk1"/>
              </a:buClr>
              <a:buSzPts val="2666"/>
              <a:buFont typeface="Arial"/>
              <a:buChar char="»"/>
              <a:defRPr sz="2666"/>
            </a:lvl7pPr>
            <a:lvl8pPr indent="-397890" lvl="7" marL="3657600" algn="l">
              <a:spcBef>
                <a:spcPts val="533"/>
              </a:spcBef>
              <a:spcAft>
                <a:spcPts val="0"/>
              </a:spcAft>
              <a:buClr>
                <a:schemeClr val="dk1"/>
              </a:buClr>
              <a:buSzPts val="2666"/>
              <a:buFont typeface="Arial"/>
              <a:buChar char="»"/>
              <a:defRPr sz="2666"/>
            </a:lvl8pPr>
            <a:lvl9pPr indent="-397890" lvl="8" marL="4114800" algn="l">
              <a:spcBef>
                <a:spcPts val="533"/>
              </a:spcBef>
              <a:spcAft>
                <a:spcPts val="0"/>
              </a:spcAft>
              <a:buClr>
                <a:schemeClr val="dk1"/>
              </a:buClr>
              <a:buSzPts val="2666"/>
              <a:buFont typeface="Arial"/>
              <a:buChar char="»"/>
              <a:defRPr sz="2666"/>
            </a:lvl9pPr>
          </a:lstStyle>
          <a:p/>
        </p:txBody>
      </p:sp>
      <p:sp>
        <p:nvSpPr>
          <p:cNvPr id="61" name="Google Shape;61;p10"/>
          <p:cNvSpPr txBox="1"/>
          <p:nvPr>
            <p:ph idx="2" type="body"/>
          </p:nvPr>
        </p:nvSpPr>
        <p:spPr>
          <a:xfrm>
            <a:off x="1439175" y="9039287"/>
            <a:ext cx="9475273" cy="29551759"/>
          </a:xfrm>
          <a:prstGeom prst="rect">
            <a:avLst/>
          </a:prstGeom>
          <a:noFill/>
          <a:ln>
            <a:noFill/>
          </a:ln>
        </p:spPr>
        <p:txBody>
          <a:bodyPr anchorCtr="0" anchor="t" bIns="154300" lIns="308600" spcFirstLastPara="1" rIns="308600" wrap="square" tIns="154300">
            <a:noAutofit/>
          </a:bodyPr>
          <a:lstStyle>
            <a:lvl1pPr indent="-228600" lvl="0" marL="457200" algn="l">
              <a:spcBef>
                <a:spcPts val="373"/>
              </a:spcBef>
              <a:spcAft>
                <a:spcPts val="0"/>
              </a:spcAft>
              <a:buClr>
                <a:schemeClr val="dk1"/>
              </a:buClr>
              <a:buSzPts val="1866"/>
              <a:buFont typeface="Arial"/>
              <a:buNone/>
              <a:defRPr sz="1866"/>
            </a:lvl1pPr>
            <a:lvl2pPr indent="-228600" lvl="1" marL="914400" algn="l">
              <a:spcBef>
                <a:spcPts val="320"/>
              </a:spcBef>
              <a:spcAft>
                <a:spcPts val="0"/>
              </a:spcAft>
              <a:buClr>
                <a:schemeClr val="dk1"/>
              </a:buClr>
              <a:buSzPts val="1600"/>
              <a:buFont typeface="Arial"/>
              <a:buNone/>
              <a:defRPr sz="1600"/>
            </a:lvl2pPr>
            <a:lvl3pPr indent="-228600" lvl="2" marL="1371600" algn="l">
              <a:spcBef>
                <a:spcPts val="267"/>
              </a:spcBef>
              <a:spcAft>
                <a:spcPts val="0"/>
              </a:spcAft>
              <a:buClr>
                <a:schemeClr val="dk1"/>
              </a:buClr>
              <a:buSzPts val="1333"/>
              <a:buFont typeface="Arial"/>
              <a:buNone/>
              <a:defRPr sz="1333"/>
            </a:lvl3pPr>
            <a:lvl4pPr indent="-228600" lvl="3" marL="1828800" algn="l">
              <a:spcBef>
                <a:spcPts val="240"/>
              </a:spcBef>
              <a:spcAft>
                <a:spcPts val="0"/>
              </a:spcAft>
              <a:buClr>
                <a:schemeClr val="dk1"/>
              </a:buClr>
              <a:buSzPts val="1200"/>
              <a:buFont typeface="Arial"/>
              <a:buNone/>
              <a:defRPr sz="1200"/>
            </a:lvl4pPr>
            <a:lvl5pPr indent="-228600" lvl="4" marL="2286000" algn="l">
              <a:spcBef>
                <a:spcPts val="240"/>
              </a:spcBef>
              <a:spcAft>
                <a:spcPts val="0"/>
              </a:spcAft>
              <a:buClr>
                <a:schemeClr val="dk1"/>
              </a:buClr>
              <a:buSzPts val="1200"/>
              <a:buFont typeface="Arial"/>
              <a:buNone/>
              <a:defRPr sz="1200"/>
            </a:lvl5pPr>
            <a:lvl6pPr indent="-228600" lvl="5" marL="2743200" algn="l">
              <a:spcBef>
                <a:spcPts val="240"/>
              </a:spcBef>
              <a:spcAft>
                <a:spcPts val="0"/>
              </a:spcAft>
              <a:buClr>
                <a:schemeClr val="dk1"/>
              </a:buClr>
              <a:buSzPts val="1200"/>
              <a:buFont typeface="Arial"/>
              <a:buNone/>
              <a:defRPr sz="1200"/>
            </a:lvl6pPr>
            <a:lvl7pPr indent="-228600" lvl="6" marL="3200400" algn="l">
              <a:spcBef>
                <a:spcPts val="240"/>
              </a:spcBef>
              <a:spcAft>
                <a:spcPts val="0"/>
              </a:spcAft>
              <a:buClr>
                <a:schemeClr val="dk1"/>
              </a:buClr>
              <a:buSzPts val="1200"/>
              <a:buFont typeface="Arial"/>
              <a:buNone/>
              <a:defRPr sz="1200"/>
            </a:lvl7pPr>
            <a:lvl8pPr indent="-228600" lvl="7" marL="3657600" algn="l">
              <a:spcBef>
                <a:spcPts val="240"/>
              </a:spcBef>
              <a:spcAft>
                <a:spcPts val="0"/>
              </a:spcAft>
              <a:buClr>
                <a:schemeClr val="dk1"/>
              </a:buClr>
              <a:buSzPts val="1200"/>
              <a:buFont typeface="Arial"/>
              <a:buNone/>
              <a:defRPr sz="1200"/>
            </a:lvl8pPr>
            <a:lvl9pPr indent="-228600" lvl="8" marL="4114800" algn="l">
              <a:spcBef>
                <a:spcPts val="240"/>
              </a:spcBef>
              <a:spcAft>
                <a:spcPts val="0"/>
              </a:spcAft>
              <a:buClr>
                <a:schemeClr val="dk1"/>
              </a:buClr>
              <a:buSzPts val="1200"/>
              <a:buFont typeface="Arial"/>
              <a:buNone/>
              <a:defRPr sz="1200"/>
            </a:lvl9pPr>
          </a:lstStyle>
          <a:p/>
        </p:txBody>
      </p:sp>
      <p:sp>
        <p:nvSpPr>
          <p:cNvPr id="62" name="Google Shape;62;p10"/>
          <p:cNvSpPr txBox="1"/>
          <p:nvPr>
            <p:ph idx="10" type="dt"/>
          </p:nvPr>
        </p:nvSpPr>
        <p:spPr>
          <a:xfrm>
            <a:off x="1439175" y="39340264"/>
            <a:ext cx="6721792" cy="3001103"/>
          </a:xfrm>
          <a:prstGeom prst="rect">
            <a:avLst/>
          </a:prstGeom>
          <a:noFill/>
          <a:ln>
            <a:noFill/>
          </a:ln>
        </p:spPr>
        <p:txBody>
          <a:bodyPr anchorCtr="0" anchor="t" bIns="154300" lIns="308600" spcFirstLastPara="1" rIns="308600" wrap="square" tIns="1543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10"/>
          <p:cNvSpPr txBox="1"/>
          <p:nvPr>
            <p:ph idx="11" type="ftr"/>
          </p:nvPr>
        </p:nvSpPr>
        <p:spPr>
          <a:xfrm>
            <a:off x="9839300" y="39340264"/>
            <a:ext cx="9121828" cy="3001103"/>
          </a:xfrm>
          <a:prstGeom prst="rect">
            <a:avLst/>
          </a:prstGeom>
          <a:noFill/>
          <a:ln>
            <a:noFill/>
          </a:ln>
        </p:spPr>
        <p:txBody>
          <a:bodyPr anchorCtr="0" anchor="t" bIns="154300" lIns="308600" spcFirstLastPara="1" rIns="308600" wrap="square" tIns="1543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10"/>
          <p:cNvSpPr txBox="1"/>
          <p:nvPr>
            <p:ph idx="12" type="sldNum"/>
          </p:nvPr>
        </p:nvSpPr>
        <p:spPr>
          <a:xfrm>
            <a:off x="20639458" y="39340264"/>
            <a:ext cx="6721792" cy="3001103"/>
          </a:xfrm>
          <a:prstGeom prst="rect">
            <a:avLst/>
          </a:prstGeom>
          <a:noFill/>
          <a:ln>
            <a:noFill/>
          </a:ln>
        </p:spPr>
        <p:txBody>
          <a:bodyPr anchorCtr="0" anchor="t" bIns="154300" lIns="308600" spcFirstLastPara="1" rIns="308600" wrap="square" tIns="154300">
            <a:noAutofit/>
          </a:bodyPr>
          <a:lstStyle>
            <a:lvl1pPr indent="0" lvl="0" marL="0" algn="r">
              <a:spcBef>
                <a:spcPts val="0"/>
              </a:spcBef>
              <a:spcAft>
                <a:spcPts val="0"/>
              </a:spcAft>
              <a:buNone/>
              <a:defRPr b="0" i="0" sz="6266" u="none" cap="none" strike="noStrike">
                <a:solidFill>
                  <a:schemeClr val="dk1"/>
                </a:solidFill>
                <a:latin typeface="Arial"/>
                <a:ea typeface="Arial"/>
                <a:cs typeface="Arial"/>
                <a:sym typeface="Arial"/>
              </a:defRPr>
            </a:lvl1pPr>
            <a:lvl2pPr indent="0" lvl="1" marL="0" algn="r">
              <a:spcBef>
                <a:spcPts val="0"/>
              </a:spcBef>
              <a:spcAft>
                <a:spcPts val="0"/>
              </a:spcAft>
              <a:buNone/>
              <a:defRPr b="0" i="0" sz="6266" u="none" cap="none" strike="noStrike">
                <a:solidFill>
                  <a:schemeClr val="dk1"/>
                </a:solidFill>
                <a:latin typeface="Arial"/>
                <a:ea typeface="Arial"/>
                <a:cs typeface="Arial"/>
                <a:sym typeface="Arial"/>
              </a:defRPr>
            </a:lvl2pPr>
            <a:lvl3pPr indent="0" lvl="2" marL="0" algn="r">
              <a:spcBef>
                <a:spcPts val="0"/>
              </a:spcBef>
              <a:spcAft>
                <a:spcPts val="0"/>
              </a:spcAft>
              <a:buNone/>
              <a:defRPr b="0" i="0" sz="6266" u="none" cap="none" strike="noStrike">
                <a:solidFill>
                  <a:schemeClr val="dk1"/>
                </a:solidFill>
                <a:latin typeface="Arial"/>
                <a:ea typeface="Arial"/>
                <a:cs typeface="Arial"/>
                <a:sym typeface="Arial"/>
              </a:defRPr>
            </a:lvl3pPr>
            <a:lvl4pPr indent="0" lvl="3" marL="0" algn="r">
              <a:spcBef>
                <a:spcPts val="0"/>
              </a:spcBef>
              <a:spcAft>
                <a:spcPts val="0"/>
              </a:spcAft>
              <a:buNone/>
              <a:defRPr b="0" i="0" sz="6266" u="none" cap="none" strike="noStrike">
                <a:solidFill>
                  <a:schemeClr val="dk1"/>
                </a:solidFill>
                <a:latin typeface="Arial"/>
                <a:ea typeface="Arial"/>
                <a:cs typeface="Arial"/>
                <a:sym typeface="Arial"/>
              </a:defRPr>
            </a:lvl4pPr>
            <a:lvl5pPr indent="0" lvl="4" marL="0" algn="r">
              <a:spcBef>
                <a:spcPts val="0"/>
              </a:spcBef>
              <a:spcAft>
                <a:spcPts val="0"/>
              </a:spcAft>
              <a:buNone/>
              <a:defRPr b="0" i="0" sz="6266" u="none" cap="none" strike="noStrike">
                <a:solidFill>
                  <a:schemeClr val="dk1"/>
                </a:solidFill>
                <a:latin typeface="Arial"/>
                <a:ea typeface="Arial"/>
                <a:cs typeface="Arial"/>
                <a:sym typeface="Arial"/>
              </a:defRPr>
            </a:lvl5pPr>
            <a:lvl6pPr indent="0" lvl="5" marL="0" algn="r">
              <a:spcBef>
                <a:spcPts val="0"/>
              </a:spcBef>
              <a:spcAft>
                <a:spcPts val="0"/>
              </a:spcAft>
              <a:buNone/>
              <a:defRPr b="0" i="0" sz="6266" u="none" cap="none" strike="noStrike">
                <a:solidFill>
                  <a:schemeClr val="dk1"/>
                </a:solidFill>
                <a:latin typeface="Arial"/>
                <a:ea typeface="Arial"/>
                <a:cs typeface="Arial"/>
                <a:sym typeface="Arial"/>
              </a:defRPr>
            </a:lvl6pPr>
            <a:lvl7pPr indent="0" lvl="6" marL="0" algn="r">
              <a:spcBef>
                <a:spcPts val="0"/>
              </a:spcBef>
              <a:spcAft>
                <a:spcPts val="0"/>
              </a:spcAft>
              <a:buNone/>
              <a:defRPr b="0" i="0" sz="6266" u="none" cap="none" strike="noStrike">
                <a:solidFill>
                  <a:schemeClr val="dk1"/>
                </a:solidFill>
                <a:latin typeface="Arial"/>
                <a:ea typeface="Arial"/>
                <a:cs typeface="Arial"/>
                <a:sym typeface="Arial"/>
              </a:defRPr>
            </a:lvl7pPr>
            <a:lvl8pPr indent="0" lvl="7" marL="0" algn="r">
              <a:spcBef>
                <a:spcPts val="0"/>
              </a:spcBef>
              <a:spcAft>
                <a:spcPts val="0"/>
              </a:spcAft>
              <a:buNone/>
              <a:defRPr b="0" i="0" sz="6266" u="none" cap="none" strike="noStrike">
                <a:solidFill>
                  <a:schemeClr val="dk1"/>
                </a:solidFill>
                <a:latin typeface="Arial"/>
                <a:ea typeface="Arial"/>
                <a:cs typeface="Arial"/>
                <a:sym typeface="Arial"/>
              </a:defRPr>
            </a:lvl8pPr>
            <a:lvl9pPr indent="0" lvl="8" marL="0" algn="r">
              <a:spcBef>
                <a:spcPts val="0"/>
              </a:spcBef>
              <a:spcAft>
                <a:spcPts val="0"/>
              </a:spcAft>
              <a:buNone/>
              <a:defRPr b="0" i="0" sz="6266"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m com Legenda" type="picTx">
  <p:cSld name="PICTURE_WITH_CAPTION_TEXT">
    <p:spTree>
      <p:nvGrpSpPr>
        <p:cNvPr id="65" name="Shape 65"/>
        <p:cNvGrpSpPr/>
        <p:nvPr/>
      </p:nvGrpSpPr>
      <p:grpSpPr>
        <a:xfrm>
          <a:off x="0" y="0"/>
          <a:ext cx="0" cy="0"/>
          <a:chOff x="0" y="0"/>
          <a:chExt cx="0" cy="0"/>
        </a:xfrm>
      </p:grpSpPr>
      <p:sp>
        <p:nvSpPr>
          <p:cNvPr id="66" name="Google Shape;66;p11"/>
          <p:cNvSpPr txBox="1"/>
          <p:nvPr>
            <p:ph type="title"/>
          </p:nvPr>
        </p:nvSpPr>
        <p:spPr>
          <a:xfrm>
            <a:off x="5644529" y="30239601"/>
            <a:ext cx="17280678" cy="3570424"/>
          </a:xfrm>
          <a:prstGeom prst="rect">
            <a:avLst/>
          </a:prstGeom>
          <a:noFill/>
          <a:ln>
            <a:noFill/>
          </a:ln>
        </p:spPr>
        <p:txBody>
          <a:bodyPr anchorCtr="0" anchor="b" bIns="154300" lIns="308600" spcFirstLastPara="1" rIns="308600" wrap="square" tIns="154300">
            <a:noAutofit/>
          </a:bodyPr>
          <a:lstStyle>
            <a:lvl1pPr lvl="0" algn="l">
              <a:spcBef>
                <a:spcPts val="0"/>
              </a:spcBef>
              <a:spcAft>
                <a:spcPts val="0"/>
              </a:spcAft>
              <a:buSzPts val="1400"/>
              <a:buNone/>
              <a:defRPr b="1" sz="2666"/>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7" name="Google Shape;67;p11"/>
          <p:cNvSpPr/>
          <p:nvPr>
            <p:ph idx="2" type="pic"/>
          </p:nvPr>
        </p:nvSpPr>
        <p:spPr>
          <a:xfrm>
            <a:off x="5644529" y="3860375"/>
            <a:ext cx="17280678" cy="25919960"/>
          </a:xfrm>
          <a:prstGeom prst="rect">
            <a:avLst/>
          </a:prstGeom>
          <a:noFill/>
          <a:ln>
            <a:noFill/>
          </a:ln>
        </p:spPr>
      </p:sp>
      <p:sp>
        <p:nvSpPr>
          <p:cNvPr id="68" name="Google Shape;68;p11"/>
          <p:cNvSpPr txBox="1"/>
          <p:nvPr>
            <p:ph idx="1" type="body"/>
          </p:nvPr>
        </p:nvSpPr>
        <p:spPr>
          <a:xfrm>
            <a:off x="5644529" y="33810024"/>
            <a:ext cx="17280678" cy="5070974"/>
          </a:xfrm>
          <a:prstGeom prst="rect">
            <a:avLst/>
          </a:prstGeom>
          <a:noFill/>
          <a:ln>
            <a:noFill/>
          </a:ln>
        </p:spPr>
        <p:txBody>
          <a:bodyPr anchorCtr="0" anchor="t" bIns="154300" lIns="308600" spcFirstLastPara="1" rIns="308600" wrap="square" tIns="154300">
            <a:noAutofit/>
          </a:bodyPr>
          <a:lstStyle>
            <a:lvl1pPr indent="-228600" lvl="0" marL="457200" algn="l">
              <a:spcBef>
                <a:spcPts val="373"/>
              </a:spcBef>
              <a:spcAft>
                <a:spcPts val="0"/>
              </a:spcAft>
              <a:buClr>
                <a:schemeClr val="dk1"/>
              </a:buClr>
              <a:buSzPts val="1866"/>
              <a:buFont typeface="Arial"/>
              <a:buNone/>
              <a:defRPr sz="1866"/>
            </a:lvl1pPr>
            <a:lvl2pPr indent="-228600" lvl="1" marL="914400" algn="l">
              <a:spcBef>
                <a:spcPts val="320"/>
              </a:spcBef>
              <a:spcAft>
                <a:spcPts val="0"/>
              </a:spcAft>
              <a:buClr>
                <a:schemeClr val="dk1"/>
              </a:buClr>
              <a:buSzPts val="1600"/>
              <a:buFont typeface="Arial"/>
              <a:buNone/>
              <a:defRPr sz="1600"/>
            </a:lvl2pPr>
            <a:lvl3pPr indent="-228600" lvl="2" marL="1371600" algn="l">
              <a:spcBef>
                <a:spcPts val="267"/>
              </a:spcBef>
              <a:spcAft>
                <a:spcPts val="0"/>
              </a:spcAft>
              <a:buClr>
                <a:schemeClr val="dk1"/>
              </a:buClr>
              <a:buSzPts val="1333"/>
              <a:buFont typeface="Arial"/>
              <a:buNone/>
              <a:defRPr sz="1333"/>
            </a:lvl3pPr>
            <a:lvl4pPr indent="-228600" lvl="3" marL="1828800" algn="l">
              <a:spcBef>
                <a:spcPts val="240"/>
              </a:spcBef>
              <a:spcAft>
                <a:spcPts val="0"/>
              </a:spcAft>
              <a:buClr>
                <a:schemeClr val="dk1"/>
              </a:buClr>
              <a:buSzPts val="1200"/>
              <a:buFont typeface="Arial"/>
              <a:buNone/>
              <a:defRPr sz="1200"/>
            </a:lvl4pPr>
            <a:lvl5pPr indent="-228600" lvl="4" marL="2286000" algn="l">
              <a:spcBef>
                <a:spcPts val="240"/>
              </a:spcBef>
              <a:spcAft>
                <a:spcPts val="0"/>
              </a:spcAft>
              <a:buClr>
                <a:schemeClr val="dk1"/>
              </a:buClr>
              <a:buSzPts val="1200"/>
              <a:buFont typeface="Arial"/>
              <a:buNone/>
              <a:defRPr sz="1200"/>
            </a:lvl5pPr>
            <a:lvl6pPr indent="-228600" lvl="5" marL="2743200" algn="l">
              <a:spcBef>
                <a:spcPts val="240"/>
              </a:spcBef>
              <a:spcAft>
                <a:spcPts val="0"/>
              </a:spcAft>
              <a:buClr>
                <a:schemeClr val="dk1"/>
              </a:buClr>
              <a:buSzPts val="1200"/>
              <a:buFont typeface="Arial"/>
              <a:buNone/>
              <a:defRPr sz="1200"/>
            </a:lvl6pPr>
            <a:lvl7pPr indent="-228600" lvl="6" marL="3200400" algn="l">
              <a:spcBef>
                <a:spcPts val="240"/>
              </a:spcBef>
              <a:spcAft>
                <a:spcPts val="0"/>
              </a:spcAft>
              <a:buClr>
                <a:schemeClr val="dk1"/>
              </a:buClr>
              <a:buSzPts val="1200"/>
              <a:buFont typeface="Arial"/>
              <a:buNone/>
              <a:defRPr sz="1200"/>
            </a:lvl7pPr>
            <a:lvl8pPr indent="-228600" lvl="7" marL="3657600" algn="l">
              <a:spcBef>
                <a:spcPts val="240"/>
              </a:spcBef>
              <a:spcAft>
                <a:spcPts val="0"/>
              </a:spcAft>
              <a:buClr>
                <a:schemeClr val="dk1"/>
              </a:buClr>
              <a:buSzPts val="1200"/>
              <a:buFont typeface="Arial"/>
              <a:buNone/>
              <a:defRPr sz="1200"/>
            </a:lvl8pPr>
            <a:lvl9pPr indent="-228600" lvl="8" marL="4114800" algn="l">
              <a:spcBef>
                <a:spcPts val="240"/>
              </a:spcBef>
              <a:spcAft>
                <a:spcPts val="0"/>
              </a:spcAft>
              <a:buClr>
                <a:schemeClr val="dk1"/>
              </a:buClr>
              <a:buSzPts val="1200"/>
              <a:buFont typeface="Arial"/>
              <a:buNone/>
              <a:defRPr sz="1200"/>
            </a:lvl9pPr>
          </a:lstStyle>
          <a:p/>
        </p:txBody>
      </p:sp>
      <p:sp>
        <p:nvSpPr>
          <p:cNvPr id="69" name="Google Shape;69;p11"/>
          <p:cNvSpPr txBox="1"/>
          <p:nvPr>
            <p:ph idx="10" type="dt"/>
          </p:nvPr>
        </p:nvSpPr>
        <p:spPr>
          <a:xfrm>
            <a:off x="1439175" y="39340264"/>
            <a:ext cx="6721792" cy="3001103"/>
          </a:xfrm>
          <a:prstGeom prst="rect">
            <a:avLst/>
          </a:prstGeom>
          <a:noFill/>
          <a:ln>
            <a:noFill/>
          </a:ln>
        </p:spPr>
        <p:txBody>
          <a:bodyPr anchorCtr="0" anchor="t" bIns="154300" lIns="308600" spcFirstLastPara="1" rIns="308600" wrap="square" tIns="1543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1"/>
          <p:cNvSpPr txBox="1"/>
          <p:nvPr>
            <p:ph idx="11" type="ftr"/>
          </p:nvPr>
        </p:nvSpPr>
        <p:spPr>
          <a:xfrm>
            <a:off x="9839300" y="39340264"/>
            <a:ext cx="9121828" cy="3001103"/>
          </a:xfrm>
          <a:prstGeom prst="rect">
            <a:avLst/>
          </a:prstGeom>
          <a:noFill/>
          <a:ln>
            <a:noFill/>
          </a:ln>
        </p:spPr>
        <p:txBody>
          <a:bodyPr anchorCtr="0" anchor="t" bIns="154300" lIns="308600" spcFirstLastPara="1" rIns="308600" wrap="square" tIns="1543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1"/>
          <p:cNvSpPr txBox="1"/>
          <p:nvPr>
            <p:ph idx="12" type="sldNum"/>
          </p:nvPr>
        </p:nvSpPr>
        <p:spPr>
          <a:xfrm>
            <a:off x="20639458" y="39340264"/>
            <a:ext cx="6721792" cy="3001103"/>
          </a:xfrm>
          <a:prstGeom prst="rect">
            <a:avLst/>
          </a:prstGeom>
          <a:noFill/>
          <a:ln>
            <a:noFill/>
          </a:ln>
        </p:spPr>
        <p:txBody>
          <a:bodyPr anchorCtr="0" anchor="t" bIns="154300" lIns="308600" spcFirstLastPara="1" rIns="308600" wrap="square" tIns="154300">
            <a:noAutofit/>
          </a:bodyPr>
          <a:lstStyle>
            <a:lvl1pPr indent="0" lvl="0" marL="0" algn="r">
              <a:spcBef>
                <a:spcPts val="0"/>
              </a:spcBef>
              <a:spcAft>
                <a:spcPts val="0"/>
              </a:spcAft>
              <a:buNone/>
              <a:defRPr b="0" i="0" sz="6266" u="none" cap="none" strike="noStrike">
                <a:solidFill>
                  <a:schemeClr val="dk1"/>
                </a:solidFill>
                <a:latin typeface="Arial"/>
                <a:ea typeface="Arial"/>
                <a:cs typeface="Arial"/>
                <a:sym typeface="Arial"/>
              </a:defRPr>
            </a:lvl1pPr>
            <a:lvl2pPr indent="0" lvl="1" marL="0" algn="r">
              <a:spcBef>
                <a:spcPts val="0"/>
              </a:spcBef>
              <a:spcAft>
                <a:spcPts val="0"/>
              </a:spcAft>
              <a:buNone/>
              <a:defRPr b="0" i="0" sz="6266" u="none" cap="none" strike="noStrike">
                <a:solidFill>
                  <a:schemeClr val="dk1"/>
                </a:solidFill>
                <a:latin typeface="Arial"/>
                <a:ea typeface="Arial"/>
                <a:cs typeface="Arial"/>
                <a:sym typeface="Arial"/>
              </a:defRPr>
            </a:lvl2pPr>
            <a:lvl3pPr indent="0" lvl="2" marL="0" algn="r">
              <a:spcBef>
                <a:spcPts val="0"/>
              </a:spcBef>
              <a:spcAft>
                <a:spcPts val="0"/>
              </a:spcAft>
              <a:buNone/>
              <a:defRPr b="0" i="0" sz="6266" u="none" cap="none" strike="noStrike">
                <a:solidFill>
                  <a:schemeClr val="dk1"/>
                </a:solidFill>
                <a:latin typeface="Arial"/>
                <a:ea typeface="Arial"/>
                <a:cs typeface="Arial"/>
                <a:sym typeface="Arial"/>
              </a:defRPr>
            </a:lvl3pPr>
            <a:lvl4pPr indent="0" lvl="3" marL="0" algn="r">
              <a:spcBef>
                <a:spcPts val="0"/>
              </a:spcBef>
              <a:spcAft>
                <a:spcPts val="0"/>
              </a:spcAft>
              <a:buNone/>
              <a:defRPr b="0" i="0" sz="6266" u="none" cap="none" strike="noStrike">
                <a:solidFill>
                  <a:schemeClr val="dk1"/>
                </a:solidFill>
                <a:latin typeface="Arial"/>
                <a:ea typeface="Arial"/>
                <a:cs typeface="Arial"/>
                <a:sym typeface="Arial"/>
              </a:defRPr>
            </a:lvl4pPr>
            <a:lvl5pPr indent="0" lvl="4" marL="0" algn="r">
              <a:spcBef>
                <a:spcPts val="0"/>
              </a:spcBef>
              <a:spcAft>
                <a:spcPts val="0"/>
              </a:spcAft>
              <a:buNone/>
              <a:defRPr b="0" i="0" sz="6266" u="none" cap="none" strike="noStrike">
                <a:solidFill>
                  <a:schemeClr val="dk1"/>
                </a:solidFill>
                <a:latin typeface="Arial"/>
                <a:ea typeface="Arial"/>
                <a:cs typeface="Arial"/>
                <a:sym typeface="Arial"/>
              </a:defRPr>
            </a:lvl5pPr>
            <a:lvl6pPr indent="0" lvl="5" marL="0" algn="r">
              <a:spcBef>
                <a:spcPts val="0"/>
              </a:spcBef>
              <a:spcAft>
                <a:spcPts val="0"/>
              </a:spcAft>
              <a:buNone/>
              <a:defRPr b="0" i="0" sz="6266" u="none" cap="none" strike="noStrike">
                <a:solidFill>
                  <a:schemeClr val="dk1"/>
                </a:solidFill>
                <a:latin typeface="Arial"/>
                <a:ea typeface="Arial"/>
                <a:cs typeface="Arial"/>
                <a:sym typeface="Arial"/>
              </a:defRPr>
            </a:lvl6pPr>
            <a:lvl7pPr indent="0" lvl="6" marL="0" algn="r">
              <a:spcBef>
                <a:spcPts val="0"/>
              </a:spcBef>
              <a:spcAft>
                <a:spcPts val="0"/>
              </a:spcAft>
              <a:buNone/>
              <a:defRPr b="0" i="0" sz="6266" u="none" cap="none" strike="noStrike">
                <a:solidFill>
                  <a:schemeClr val="dk1"/>
                </a:solidFill>
                <a:latin typeface="Arial"/>
                <a:ea typeface="Arial"/>
                <a:cs typeface="Arial"/>
                <a:sym typeface="Arial"/>
              </a:defRPr>
            </a:lvl7pPr>
            <a:lvl8pPr indent="0" lvl="7" marL="0" algn="r">
              <a:spcBef>
                <a:spcPts val="0"/>
              </a:spcBef>
              <a:spcAft>
                <a:spcPts val="0"/>
              </a:spcAft>
              <a:buNone/>
              <a:defRPr b="0" i="0" sz="6266" u="none" cap="none" strike="noStrike">
                <a:solidFill>
                  <a:schemeClr val="dk1"/>
                </a:solidFill>
                <a:latin typeface="Arial"/>
                <a:ea typeface="Arial"/>
                <a:cs typeface="Arial"/>
                <a:sym typeface="Arial"/>
              </a:defRPr>
            </a:lvl8pPr>
            <a:lvl9pPr indent="0" lvl="8" marL="0" algn="r">
              <a:spcBef>
                <a:spcPts val="0"/>
              </a:spcBef>
              <a:spcAft>
                <a:spcPts val="0"/>
              </a:spcAft>
              <a:buNone/>
              <a:defRPr b="0" i="0" sz="6266"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texto vertical" type="vertTx">
  <p:cSld name="VERTICAL_TEXT">
    <p:spTree>
      <p:nvGrpSpPr>
        <p:cNvPr id="72" name="Shape 72"/>
        <p:cNvGrpSpPr/>
        <p:nvPr/>
      </p:nvGrpSpPr>
      <p:grpSpPr>
        <a:xfrm>
          <a:off x="0" y="0"/>
          <a:ext cx="0" cy="0"/>
          <a:chOff x="0" y="0"/>
          <a:chExt cx="0" cy="0"/>
        </a:xfrm>
      </p:grpSpPr>
      <p:sp>
        <p:nvSpPr>
          <p:cNvPr id="73" name="Google Shape;73;p12"/>
          <p:cNvSpPr txBox="1"/>
          <p:nvPr>
            <p:ph type="title"/>
          </p:nvPr>
        </p:nvSpPr>
        <p:spPr>
          <a:xfrm>
            <a:off x="1439175" y="1729128"/>
            <a:ext cx="25922076" cy="7200106"/>
          </a:xfrm>
          <a:prstGeom prst="rect">
            <a:avLst/>
          </a:prstGeom>
          <a:noFill/>
          <a:ln>
            <a:noFill/>
          </a:ln>
        </p:spPr>
        <p:txBody>
          <a:bodyPr anchorCtr="0" anchor="ctr" bIns="154300" lIns="308600" spcFirstLastPara="1" rIns="308600" wrap="square" tIns="1543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4" name="Google Shape;74;p12"/>
          <p:cNvSpPr txBox="1"/>
          <p:nvPr>
            <p:ph idx="1" type="body"/>
          </p:nvPr>
        </p:nvSpPr>
        <p:spPr>
          <a:xfrm rot="5400000">
            <a:off x="144977" y="11374771"/>
            <a:ext cx="28510473" cy="25922076"/>
          </a:xfrm>
          <a:prstGeom prst="rect">
            <a:avLst/>
          </a:prstGeom>
          <a:noFill/>
          <a:ln>
            <a:noFill/>
          </a:ln>
        </p:spPr>
        <p:txBody>
          <a:bodyPr anchorCtr="0" anchor="t" bIns="154300" lIns="308600" spcFirstLastPara="1" rIns="308600" wrap="square" tIns="1543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12"/>
          <p:cNvSpPr txBox="1"/>
          <p:nvPr>
            <p:ph idx="10" type="dt"/>
          </p:nvPr>
        </p:nvSpPr>
        <p:spPr>
          <a:xfrm>
            <a:off x="1439175" y="39340264"/>
            <a:ext cx="6721792" cy="3001103"/>
          </a:xfrm>
          <a:prstGeom prst="rect">
            <a:avLst/>
          </a:prstGeom>
          <a:noFill/>
          <a:ln>
            <a:noFill/>
          </a:ln>
        </p:spPr>
        <p:txBody>
          <a:bodyPr anchorCtr="0" anchor="t" bIns="154300" lIns="308600" spcFirstLastPara="1" rIns="308600" wrap="square" tIns="1543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2"/>
          <p:cNvSpPr txBox="1"/>
          <p:nvPr>
            <p:ph idx="11" type="ftr"/>
          </p:nvPr>
        </p:nvSpPr>
        <p:spPr>
          <a:xfrm>
            <a:off x="9839300" y="39340264"/>
            <a:ext cx="9121828" cy="3001103"/>
          </a:xfrm>
          <a:prstGeom prst="rect">
            <a:avLst/>
          </a:prstGeom>
          <a:noFill/>
          <a:ln>
            <a:noFill/>
          </a:ln>
        </p:spPr>
        <p:txBody>
          <a:bodyPr anchorCtr="0" anchor="t" bIns="154300" lIns="308600" spcFirstLastPara="1" rIns="308600" wrap="square" tIns="1543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2"/>
          <p:cNvSpPr txBox="1"/>
          <p:nvPr>
            <p:ph idx="12" type="sldNum"/>
          </p:nvPr>
        </p:nvSpPr>
        <p:spPr>
          <a:xfrm>
            <a:off x="20639458" y="39340264"/>
            <a:ext cx="6721792" cy="3001103"/>
          </a:xfrm>
          <a:prstGeom prst="rect">
            <a:avLst/>
          </a:prstGeom>
          <a:noFill/>
          <a:ln>
            <a:noFill/>
          </a:ln>
        </p:spPr>
        <p:txBody>
          <a:bodyPr anchorCtr="0" anchor="t" bIns="154300" lIns="308600" spcFirstLastPara="1" rIns="308600" wrap="square" tIns="154300">
            <a:noAutofit/>
          </a:bodyPr>
          <a:lstStyle>
            <a:lvl1pPr indent="0" lvl="0" marL="0" algn="r">
              <a:spcBef>
                <a:spcPts val="0"/>
              </a:spcBef>
              <a:spcAft>
                <a:spcPts val="0"/>
              </a:spcAft>
              <a:buNone/>
              <a:defRPr b="0" i="0" sz="6266" u="none" cap="none" strike="noStrike">
                <a:solidFill>
                  <a:schemeClr val="dk1"/>
                </a:solidFill>
                <a:latin typeface="Arial"/>
                <a:ea typeface="Arial"/>
                <a:cs typeface="Arial"/>
                <a:sym typeface="Arial"/>
              </a:defRPr>
            </a:lvl1pPr>
            <a:lvl2pPr indent="0" lvl="1" marL="0" algn="r">
              <a:spcBef>
                <a:spcPts val="0"/>
              </a:spcBef>
              <a:spcAft>
                <a:spcPts val="0"/>
              </a:spcAft>
              <a:buNone/>
              <a:defRPr b="0" i="0" sz="6266" u="none" cap="none" strike="noStrike">
                <a:solidFill>
                  <a:schemeClr val="dk1"/>
                </a:solidFill>
                <a:latin typeface="Arial"/>
                <a:ea typeface="Arial"/>
                <a:cs typeface="Arial"/>
                <a:sym typeface="Arial"/>
              </a:defRPr>
            </a:lvl2pPr>
            <a:lvl3pPr indent="0" lvl="2" marL="0" algn="r">
              <a:spcBef>
                <a:spcPts val="0"/>
              </a:spcBef>
              <a:spcAft>
                <a:spcPts val="0"/>
              </a:spcAft>
              <a:buNone/>
              <a:defRPr b="0" i="0" sz="6266" u="none" cap="none" strike="noStrike">
                <a:solidFill>
                  <a:schemeClr val="dk1"/>
                </a:solidFill>
                <a:latin typeface="Arial"/>
                <a:ea typeface="Arial"/>
                <a:cs typeface="Arial"/>
                <a:sym typeface="Arial"/>
              </a:defRPr>
            </a:lvl3pPr>
            <a:lvl4pPr indent="0" lvl="3" marL="0" algn="r">
              <a:spcBef>
                <a:spcPts val="0"/>
              </a:spcBef>
              <a:spcAft>
                <a:spcPts val="0"/>
              </a:spcAft>
              <a:buNone/>
              <a:defRPr b="0" i="0" sz="6266" u="none" cap="none" strike="noStrike">
                <a:solidFill>
                  <a:schemeClr val="dk1"/>
                </a:solidFill>
                <a:latin typeface="Arial"/>
                <a:ea typeface="Arial"/>
                <a:cs typeface="Arial"/>
                <a:sym typeface="Arial"/>
              </a:defRPr>
            </a:lvl4pPr>
            <a:lvl5pPr indent="0" lvl="4" marL="0" algn="r">
              <a:spcBef>
                <a:spcPts val="0"/>
              </a:spcBef>
              <a:spcAft>
                <a:spcPts val="0"/>
              </a:spcAft>
              <a:buNone/>
              <a:defRPr b="0" i="0" sz="6266" u="none" cap="none" strike="noStrike">
                <a:solidFill>
                  <a:schemeClr val="dk1"/>
                </a:solidFill>
                <a:latin typeface="Arial"/>
                <a:ea typeface="Arial"/>
                <a:cs typeface="Arial"/>
                <a:sym typeface="Arial"/>
              </a:defRPr>
            </a:lvl5pPr>
            <a:lvl6pPr indent="0" lvl="5" marL="0" algn="r">
              <a:spcBef>
                <a:spcPts val="0"/>
              </a:spcBef>
              <a:spcAft>
                <a:spcPts val="0"/>
              </a:spcAft>
              <a:buNone/>
              <a:defRPr b="0" i="0" sz="6266" u="none" cap="none" strike="noStrike">
                <a:solidFill>
                  <a:schemeClr val="dk1"/>
                </a:solidFill>
                <a:latin typeface="Arial"/>
                <a:ea typeface="Arial"/>
                <a:cs typeface="Arial"/>
                <a:sym typeface="Arial"/>
              </a:defRPr>
            </a:lvl6pPr>
            <a:lvl7pPr indent="0" lvl="6" marL="0" algn="r">
              <a:spcBef>
                <a:spcPts val="0"/>
              </a:spcBef>
              <a:spcAft>
                <a:spcPts val="0"/>
              </a:spcAft>
              <a:buNone/>
              <a:defRPr b="0" i="0" sz="6266" u="none" cap="none" strike="noStrike">
                <a:solidFill>
                  <a:schemeClr val="dk1"/>
                </a:solidFill>
                <a:latin typeface="Arial"/>
                <a:ea typeface="Arial"/>
                <a:cs typeface="Arial"/>
                <a:sym typeface="Arial"/>
              </a:defRPr>
            </a:lvl7pPr>
            <a:lvl8pPr indent="0" lvl="7" marL="0" algn="r">
              <a:spcBef>
                <a:spcPts val="0"/>
              </a:spcBef>
              <a:spcAft>
                <a:spcPts val="0"/>
              </a:spcAft>
              <a:buNone/>
              <a:defRPr b="0" i="0" sz="6266" u="none" cap="none" strike="noStrike">
                <a:solidFill>
                  <a:schemeClr val="dk1"/>
                </a:solidFill>
                <a:latin typeface="Arial"/>
                <a:ea typeface="Arial"/>
                <a:cs typeface="Arial"/>
                <a:sym typeface="Arial"/>
              </a:defRPr>
            </a:lvl8pPr>
            <a:lvl9pPr indent="0" lvl="8" marL="0" algn="r">
              <a:spcBef>
                <a:spcPts val="0"/>
              </a:spcBef>
              <a:spcAft>
                <a:spcPts val="0"/>
              </a:spcAft>
              <a:buNone/>
              <a:defRPr b="0" i="0" sz="6266"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texto verticais" type="vertTitleAndTx">
  <p:cSld name="VERTICAL_TITLE_AND_VERTICAL_TEXT">
    <p:spTree>
      <p:nvGrpSpPr>
        <p:cNvPr id="78" name="Shape 78"/>
        <p:cNvGrpSpPr/>
        <p:nvPr/>
      </p:nvGrpSpPr>
      <p:grpSpPr>
        <a:xfrm>
          <a:off x="0" y="0"/>
          <a:ext cx="0" cy="0"/>
          <a:chOff x="0" y="0"/>
          <a:chExt cx="0" cy="0"/>
        </a:xfrm>
      </p:grpSpPr>
      <p:sp>
        <p:nvSpPr>
          <p:cNvPr id="79" name="Google Shape;79;p13"/>
          <p:cNvSpPr txBox="1"/>
          <p:nvPr>
            <p:ph type="title"/>
          </p:nvPr>
        </p:nvSpPr>
        <p:spPr>
          <a:xfrm rot="5400000">
            <a:off x="5690032" y="16919828"/>
            <a:ext cx="36861919" cy="6480519"/>
          </a:xfrm>
          <a:prstGeom prst="rect">
            <a:avLst/>
          </a:prstGeom>
          <a:noFill/>
          <a:ln>
            <a:noFill/>
          </a:ln>
        </p:spPr>
        <p:txBody>
          <a:bodyPr anchorCtr="0" anchor="ctr" bIns="154300" lIns="308600" spcFirstLastPara="1" rIns="308600" wrap="square" tIns="1543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0" name="Google Shape;80;p13"/>
          <p:cNvSpPr txBox="1"/>
          <p:nvPr>
            <p:ph idx="1" type="body"/>
          </p:nvPr>
        </p:nvSpPr>
        <p:spPr>
          <a:xfrm rot="5400000">
            <a:off x="-7372595" y="10540898"/>
            <a:ext cx="36861919" cy="19238379"/>
          </a:xfrm>
          <a:prstGeom prst="rect">
            <a:avLst/>
          </a:prstGeom>
          <a:noFill/>
          <a:ln>
            <a:noFill/>
          </a:ln>
        </p:spPr>
        <p:txBody>
          <a:bodyPr anchorCtr="0" anchor="t" bIns="154300" lIns="308600" spcFirstLastPara="1" rIns="308600" wrap="square" tIns="1543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13"/>
          <p:cNvSpPr txBox="1"/>
          <p:nvPr>
            <p:ph idx="10" type="dt"/>
          </p:nvPr>
        </p:nvSpPr>
        <p:spPr>
          <a:xfrm>
            <a:off x="1439175" y="39340264"/>
            <a:ext cx="6721792" cy="3001103"/>
          </a:xfrm>
          <a:prstGeom prst="rect">
            <a:avLst/>
          </a:prstGeom>
          <a:noFill/>
          <a:ln>
            <a:noFill/>
          </a:ln>
        </p:spPr>
        <p:txBody>
          <a:bodyPr anchorCtr="0" anchor="t" bIns="154300" lIns="308600" spcFirstLastPara="1" rIns="308600" wrap="square" tIns="1543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3"/>
          <p:cNvSpPr txBox="1"/>
          <p:nvPr>
            <p:ph idx="11" type="ftr"/>
          </p:nvPr>
        </p:nvSpPr>
        <p:spPr>
          <a:xfrm>
            <a:off x="9839300" y="39340264"/>
            <a:ext cx="9121828" cy="3001103"/>
          </a:xfrm>
          <a:prstGeom prst="rect">
            <a:avLst/>
          </a:prstGeom>
          <a:noFill/>
          <a:ln>
            <a:noFill/>
          </a:ln>
        </p:spPr>
        <p:txBody>
          <a:bodyPr anchorCtr="0" anchor="t" bIns="154300" lIns="308600" spcFirstLastPara="1" rIns="308600" wrap="square" tIns="1543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3"/>
          <p:cNvSpPr txBox="1"/>
          <p:nvPr>
            <p:ph idx="12" type="sldNum"/>
          </p:nvPr>
        </p:nvSpPr>
        <p:spPr>
          <a:xfrm>
            <a:off x="20639458" y="39340264"/>
            <a:ext cx="6721792" cy="3001103"/>
          </a:xfrm>
          <a:prstGeom prst="rect">
            <a:avLst/>
          </a:prstGeom>
          <a:noFill/>
          <a:ln>
            <a:noFill/>
          </a:ln>
        </p:spPr>
        <p:txBody>
          <a:bodyPr anchorCtr="0" anchor="t" bIns="154300" lIns="308600" spcFirstLastPara="1" rIns="308600" wrap="square" tIns="154300">
            <a:noAutofit/>
          </a:bodyPr>
          <a:lstStyle>
            <a:lvl1pPr indent="0" lvl="0" marL="0" algn="r">
              <a:spcBef>
                <a:spcPts val="0"/>
              </a:spcBef>
              <a:spcAft>
                <a:spcPts val="0"/>
              </a:spcAft>
              <a:buNone/>
              <a:defRPr b="0" i="0" sz="6266" u="none" cap="none" strike="noStrike">
                <a:solidFill>
                  <a:schemeClr val="dk1"/>
                </a:solidFill>
                <a:latin typeface="Arial"/>
                <a:ea typeface="Arial"/>
                <a:cs typeface="Arial"/>
                <a:sym typeface="Arial"/>
              </a:defRPr>
            </a:lvl1pPr>
            <a:lvl2pPr indent="0" lvl="1" marL="0" algn="r">
              <a:spcBef>
                <a:spcPts val="0"/>
              </a:spcBef>
              <a:spcAft>
                <a:spcPts val="0"/>
              </a:spcAft>
              <a:buNone/>
              <a:defRPr b="0" i="0" sz="6266" u="none" cap="none" strike="noStrike">
                <a:solidFill>
                  <a:schemeClr val="dk1"/>
                </a:solidFill>
                <a:latin typeface="Arial"/>
                <a:ea typeface="Arial"/>
                <a:cs typeface="Arial"/>
                <a:sym typeface="Arial"/>
              </a:defRPr>
            </a:lvl2pPr>
            <a:lvl3pPr indent="0" lvl="2" marL="0" algn="r">
              <a:spcBef>
                <a:spcPts val="0"/>
              </a:spcBef>
              <a:spcAft>
                <a:spcPts val="0"/>
              </a:spcAft>
              <a:buNone/>
              <a:defRPr b="0" i="0" sz="6266" u="none" cap="none" strike="noStrike">
                <a:solidFill>
                  <a:schemeClr val="dk1"/>
                </a:solidFill>
                <a:latin typeface="Arial"/>
                <a:ea typeface="Arial"/>
                <a:cs typeface="Arial"/>
                <a:sym typeface="Arial"/>
              </a:defRPr>
            </a:lvl3pPr>
            <a:lvl4pPr indent="0" lvl="3" marL="0" algn="r">
              <a:spcBef>
                <a:spcPts val="0"/>
              </a:spcBef>
              <a:spcAft>
                <a:spcPts val="0"/>
              </a:spcAft>
              <a:buNone/>
              <a:defRPr b="0" i="0" sz="6266" u="none" cap="none" strike="noStrike">
                <a:solidFill>
                  <a:schemeClr val="dk1"/>
                </a:solidFill>
                <a:latin typeface="Arial"/>
                <a:ea typeface="Arial"/>
                <a:cs typeface="Arial"/>
                <a:sym typeface="Arial"/>
              </a:defRPr>
            </a:lvl4pPr>
            <a:lvl5pPr indent="0" lvl="4" marL="0" algn="r">
              <a:spcBef>
                <a:spcPts val="0"/>
              </a:spcBef>
              <a:spcAft>
                <a:spcPts val="0"/>
              </a:spcAft>
              <a:buNone/>
              <a:defRPr b="0" i="0" sz="6266" u="none" cap="none" strike="noStrike">
                <a:solidFill>
                  <a:schemeClr val="dk1"/>
                </a:solidFill>
                <a:latin typeface="Arial"/>
                <a:ea typeface="Arial"/>
                <a:cs typeface="Arial"/>
                <a:sym typeface="Arial"/>
              </a:defRPr>
            </a:lvl5pPr>
            <a:lvl6pPr indent="0" lvl="5" marL="0" algn="r">
              <a:spcBef>
                <a:spcPts val="0"/>
              </a:spcBef>
              <a:spcAft>
                <a:spcPts val="0"/>
              </a:spcAft>
              <a:buNone/>
              <a:defRPr b="0" i="0" sz="6266" u="none" cap="none" strike="noStrike">
                <a:solidFill>
                  <a:schemeClr val="dk1"/>
                </a:solidFill>
                <a:latin typeface="Arial"/>
                <a:ea typeface="Arial"/>
                <a:cs typeface="Arial"/>
                <a:sym typeface="Arial"/>
              </a:defRPr>
            </a:lvl6pPr>
            <a:lvl7pPr indent="0" lvl="6" marL="0" algn="r">
              <a:spcBef>
                <a:spcPts val="0"/>
              </a:spcBef>
              <a:spcAft>
                <a:spcPts val="0"/>
              </a:spcAft>
              <a:buNone/>
              <a:defRPr b="0" i="0" sz="6266" u="none" cap="none" strike="noStrike">
                <a:solidFill>
                  <a:schemeClr val="dk1"/>
                </a:solidFill>
                <a:latin typeface="Arial"/>
                <a:ea typeface="Arial"/>
                <a:cs typeface="Arial"/>
                <a:sym typeface="Arial"/>
              </a:defRPr>
            </a:lvl7pPr>
            <a:lvl8pPr indent="0" lvl="7" marL="0" algn="r">
              <a:spcBef>
                <a:spcPts val="0"/>
              </a:spcBef>
              <a:spcAft>
                <a:spcPts val="0"/>
              </a:spcAft>
              <a:buNone/>
              <a:defRPr b="0" i="0" sz="6266" u="none" cap="none" strike="noStrike">
                <a:solidFill>
                  <a:schemeClr val="dk1"/>
                </a:solidFill>
                <a:latin typeface="Arial"/>
                <a:ea typeface="Arial"/>
                <a:cs typeface="Arial"/>
                <a:sym typeface="Arial"/>
              </a:defRPr>
            </a:lvl8pPr>
            <a:lvl9pPr indent="0" lvl="8" marL="0" algn="r">
              <a:spcBef>
                <a:spcPts val="0"/>
              </a:spcBef>
              <a:spcAft>
                <a:spcPts val="0"/>
              </a:spcAft>
              <a:buNone/>
              <a:defRPr b="0" i="0" sz="6266"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
          <p:cNvSpPr txBox="1"/>
          <p:nvPr>
            <p:ph type="title"/>
          </p:nvPr>
        </p:nvSpPr>
        <p:spPr>
          <a:xfrm>
            <a:off x="1439175" y="1729128"/>
            <a:ext cx="25922076" cy="7200106"/>
          </a:xfrm>
          <a:prstGeom prst="rect">
            <a:avLst/>
          </a:prstGeom>
          <a:noFill/>
          <a:ln>
            <a:noFill/>
          </a:ln>
        </p:spPr>
        <p:txBody>
          <a:bodyPr anchorCtr="0" anchor="ctr" bIns="154300" lIns="308600" spcFirstLastPara="1" rIns="308600" wrap="square" tIns="154300">
            <a:noAutofit/>
          </a:bodyPr>
          <a:lstStyle>
            <a:lvl1pPr lvl="0" marR="0" rtl="0" algn="ctr">
              <a:spcBef>
                <a:spcPts val="0"/>
              </a:spcBef>
              <a:spcAft>
                <a:spcPts val="0"/>
              </a:spcAft>
              <a:buSzPts val="1400"/>
              <a:buNone/>
              <a:defRPr b="0" i="0" sz="19865" u="none" cap="none" strike="noStrike">
                <a:solidFill>
                  <a:schemeClr val="dk2"/>
                </a:solidFill>
                <a:latin typeface="Arial"/>
                <a:ea typeface="Arial"/>
                <a:cs typeface="Arial"/>
                <a:sym typeface="Arial"/>
              </a:defRPr>
            </a:lvl1pPr>
            <a:lvl2pPr lvl="1" marR="0" rtl="0" algn="ctr">
              <a:spcBef>
                <a:spcPts val="0"/>
              </a:spcBef>
              <a:spcAft>
                <a:spcPts val="0"/>
              </a:spcAft>
              <a:buSzPts val="1400"/>
              <a:buNone/>
              <a:defRPr b="0" i="0" sz="19865" u="none" cap="none" strike="noStrike">
                <a:solidFill>
                  <a:schemeClr val="dk2"/>
                </a:solidFill>
                <a:latin typeface="Arial"/>
                <a:ea typeface="Arial"/>
                <a:cs typeface="Arial"/>
                <a:sym typeface="Arial"/>
              </a:defRPr>
            </a:lvl2pPr>
            <a:lvl3pPr lvl="2" marR="0" rtl="0" algn="ctr">
              <a:spcBef>
                <a:spcPts val="0"/>
              </a:spcBef>
              <a:spcAft>
                <a:spcPts val="0"/>
              </a:spcAft>
              <a:buSzPts val="1400"/>
              <a:buNone/>
              <a:defRPr b="0" i="0" sz="19865" u="none" cap="none" strike="noStrike">
                <a:solidFill>
                  <a:schemeClr val="dk2"/>
                </a:solidFill>
                <a:latin typeface="Arial"/>
                <a:ea typeface="Arial"/>
                <a:cs typeface="Arial"/>
                <a:sym typeface="Arial"/>
              </a:defRPr>
            </a:lvl3pPr>
            <a:lvl4pPr lvl="3" marR="0" rtl="0" algn="ctr">
              <a:spcBef>
                <a:spcPts val="0"/>
              </a:spcBef>
              <a:spcAft>
                <a:spcPts val="0"/>
              </a:spcAft>
              <a:buSzPts val="1400"/>
              <a:buNone/>
              <a:defRPr b="0" i="0" sz="19865" u="none" cap="none" strike="noStrike">
                <a:solidFill>
                  <a:schemeClr val="dk2"/>
                </a:solidFill>
                <a:latin typeface="Arial"/>
                <a:ea typeface="Arial"/>
                <a:cs typeface="Arial"/>
                <a:sym typeface="Arial"/>
              </a:defRPr>
            </a:lvl4pPr>
            <a:lvl5pPr lvl="4" marR="0" rtl="0" algn="ctr">
              <a:spcBef>
                <a:spcPts val="0"/>
              </a:spcBef>
              <a:spcAft>
                <a:spcPts val="0"/>
              </a:spcAft>
              <a:buSzPts val="1400"/>
              <a:buNone/>
              <a:defRPr b="0" i="0" sz="19865" u="none" cap="none" strike="noStrike">
                <a:solidFill>
                  <a:schemeClr val="dk2"/>
                </a:solidFill>
                <a:latin typeface="Arial"/>
                <a:ea typeface="Arial"/>
                <a:cs typeface="Arial"/>
                <a:sym typeface="Arial"/>
              </a:defRPr>
            </a:lvl5pPr>
            <a:lvl6pPr lvl="5" marR="0" rtl="0" algn="ctr">
              <a:spcBef>
                <a:spcPts val="0"/>
              </a:spcBef>
              <a:spcAft>
                <a:spcPts val="0"/>
              </a:spcAft>
              <a:buSzPts val="1400"/>
              <a:buNone/>
              <a:defRPr b="0" i="0" sz="19865"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0" i="0" sz="19865"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0" i="0" sz="19865"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0" i="0" sz="19865" u="none" cap="none" strike="noStrike">
                <a:solidFill>
                  <a:schemeClr val="dk2"/>
                </a:solidFill>
                <a:latin typeface="Arial"/>
                <a:ea typeface="Arial"/>
                <a:cs typeface="Arial"/>
                <a:sym typeface="Arial"/>
              </a:defRPr>
            </a:lvl9pPr>
          </a:lstStyle>
          <a:p/>
        </p:txBody>
      </p:sp>
      <p:sp>
        <p:nvSpPr>
          <p:cNvPr id="11" name="Google Shape;11;p2"/>
          <p:cNvSpPr txBox="1"/>
          <p:nvPr>
            <p:ph idx="1" type="body"/>
          </p:nvPr>
        </p:nvSpPr>
        <p:spPr>
          <a:xfrm>
            <a:off x="1439175" y="10080573"/>
            <a:ext cx="25922076" cy="28510473"/>
          </a:xfrm>
          <a:prstGeom prst="rect">
            <a:avLst/>
          </a:prstGeom>
          <a:noFill/>
          <a:ln>
            <a:noFill/>
          </a:ln>
        </p:spPr>
        <p:txBody>
          <a:bodyPr anchorCtr="0" anchor="t" bIns="154300" lIns="308600" spcFirstLastPara="1" rIns="308600" wrap="square" tIns="154300">
            <a:noAutofit/>
          </a:bodyPr>
          <a:lstStyle>
            <a:lvl1pPr indent="-1142936" lvl="0" marL="457200" marR="0" rtl="0" algn="l">
              <a:spcBef>
                <a:spcPts val="2880"/>
              </a:spcBef>
              <a:spcAft>
                <a:spcPts val="0"/>
              </a:spcAft>
              <a:buClr>
                <a:schemeClr val="dk1"/>
              </a:buClr>
              <a:buSzPts val="14399"/>
              <a:buFont typeface="Arial"/>
              <a:buChar char="•"/>
              <a:defRPr b="0" i="0" sz="14399" u="none" cap="none" strike="noStrike">
                <a:solidFill>
                  <a:schemeClr val="dk1"/>
                </a:solidFill>
                <a:latin typeface="Arial"/>
                <a:ea typeface="Arial"/>
                <a:cs typeface="Arial"/>
                <a:sym typeface="Arial"/>
              </a:defRPr>
            </a:lvl1pPr>
            <a:lvl2pPr indent="-1032827" lvl="1" marL="914400" marR="0" rtl="0" algn="l">
              <a:spcBef>
                <a:spcPts val="2533"/>
              </a:spcBef>
              <a:spcAft>
                <a:spcPts val="0"/>
              </a:spcAft>
              <a:buClr>
                <a:schemeClr val="dk1"/>
              </a:buClr>
              <a:buSzPts val="12665"/>
              <a:buFont typeface="Arial"/>
              <a:buChar char="–"/>
              <a:defRPr b="0" i="0" sz="12665" u="none" cap="none" strike="noStrike">
                <a:solidFill>
                  <a:schemeClr val="dk1"/>
                </a:solidFill>
                <a:latin typeface="Arial"/>
                <a:ea typeface="Arial"/>
                <a:cs typeface="Arial"/>
                <a:sym typeface="Arial"/>
              </a:defRPr>
            </a:lvl2pPr>
            <a:lvl3pPr indent="-914336" lvl="2" marL="1371600" marR="0" rtl="0" algn="l">
              <a:spcBef>
                <a:spcPts val="2160"/>
              </a:spcBef>
              <a:spcAft>
                <a:spcPts val="0"/>
              </a:spcAft>
              <a:buClr>
                <a:schemeClr val="dk1"/>
              </a:buClr>
              <a:buSzPts val="10799"/>
              <a:buFont typeface="Arial"/>
              <a:buChar char="•"/>
              <a:defRPr b="0" i="0" sz="10799" u="none" cap="none" strike="noStrike">
                <a:solidFill>
                  <a:schemeClr val="dk1"/>
                </a:solidFill>
                <a:latin typeface="Arial"/>
                <a:ea typeface="Arial"/>
                <a:cs typeface="Arial"/>
                <a:sym typeface="Arial"/>
              </a:defRPr>
            </a:lvl3pPr>
            <a:lvl4pPr indent="-804291" lvl="3" marL="1828800" marR="0" rtl="0" algn="l">
              <a:spcBef>
                <a:spcPts val="1813"/>
              </a:spcBef>
              <a:spcAft>
                <a:spcPts val="0"/>
              </a:spcAft>
              <a:buClr>
                <a:schemeClr val="dk1"/>
              </a:buClr>
              <a:buSzPts val="9066"/>
              <a:buFont typeface="Arial"/>
              <a:buChar char="–"/>
              <a:defRPr b="0" i="0" sz="9066" u="none" cap="none" strike="noStrike">
                <a:solidFill>
                  <a:schemeClr val="dk1"/>
                </a:solidFill>
                <a:latin typeface="Arial"/>
                <a:ea typeface="Arial"/>
                <a:cs typeface="Arial"/>
                <a:sym typeface="Arial"/>
              </a:defRPr>
            </a:lvl4pPr>
            <a:lvl5pPr indent="-804291" lvl="4" marL="2286000" marR="0" rtl="0" algn="l">
              <a:spcBef>
                <a:spcPts val="1813"/>
              </a:spcBef>
              <a:spcAft>
                <a:spcPts val="0"/>
              </a:spcAft>
              <a:buClr>
                <a:schemeClr val="dk1"/>
              </a:buClr>
              <a:buSzPts val="9066"/>
              <a:buFont typeface="Arial"/>
              <a:buChar char="»"/>
              <a:defRPr b="0" i="0" sz="9066" u="none" cap="none" strike="noStrike">
                <a:solidFill>
                  <a:schemeClr val="dk1"/>
                </a:solidFill>
                <a:latin typeface="Arial"/>
                <a:ea typeface="Arial"/>
                <a:cs typeface="Arial"/>
                <a:sym typeface="Arial"/>
              </a:defRPr>
            </a:lvl5pPr>
            <a:lvl6pPr indent="-804291" lvl="5" marL="2743200" marR="0" rtl="0" algn="l">
              <a:spcBef>
                <a:spcPts val="1813"/>
              </a:spcBef>
              <a:spcAft>
                <a:spcPts val="0"/>
              </a:spcAft>
              <a:buClr>
                <a:schemeClr val="dk1"/>
              </a:buClr>
              <a:buSzPts val="9066"/>
              <a:buFont typeface="Arial"/>
              <a:buChar char="»"/>
              <a:defRPr b="0" i="0" sz="9066" u="none" cap="none" strike="noStrike">
                <a:solidFill>
                  <a:schemeClr val="dk1"/>
                </a:solidFill>
                <a:latin typeface="Arial"/>
                <a:ea typeface="Arial"/>
                <a:cs typeface="Arial"/>
                <a:sym typeface="Arial"/>
              </a:defRPr>
            </a:lvl6pPr>
            <a:lvl7pPr indent="-804291" lvl="6" marL="3200400" marR="0" rtl="0" algn="l">
              <a:spcBef>
                <a:spcPts val="1813"/>
              </a:spcBef>
              <a:spcAft>
                <a:spcPts val="0"/>
              </a:spcAft>
              <a:buClr>
                <a:schemeClr val="dk1"/>
              </a:buClr>
              <a:buSzPts val="9066"/>
              <a:buFont typeface="Arial"/>
              <a:buChar char="»"/>
              <a:defRPr b="0" i="0" sz="9066" u="none" cap="none" strike="noStrike">
                <a:solidFill>
                  <a:schemeClr val="dk1"/>
                </a:solidFill>
                <a:latin typeface="Arial"/>
                <a:ea typeface="Arial"/>
                <a:cs typeface="Arial"/>
                <a:sym typeface="Arial"/>
              </a:defRPr>
            </a:lvl7pPr>
            <a:lvl8pPr indent="-804291" lvl="7" marL="3657600" marR="0" rtl="0" algn="l">
              <a:spcBef>
                <a:spcPts val="1813"/>
              </a:spcBef>
              <a:spcAft>
                <a:spcPts val="0"/>
              </a:spcAft>
              <a:buClr>
                <a:schemeClr val="dk1"/>
              </a:buClr>
              <a:buSzPts val="9066"/>
              <a:buFont typeface="Arial"/>
              <a:buChar char="»"/>
              <a:defRPr b="0" i="0" sz="9066" u="none" cap="none" strike="noStrike">
                <a:solidFill>
                  <a:schemeClr val="dk1"/>
                </a:solidFill>
                <a:latin typeface="Arial"/>
                <a:ea typeface="Arial"/>
                <a:cs typeface="Arial"/>
                <a:sym typeface="Arial"/>
              </a:defRPr>
            </a:lvl8pPr>
            <a:lvl9pPr indent="-804291" lvl="8" marL="4114800" marR="0" rtl="0" algn="l">
              <a:spcBef>
                <a:spcPts val="1813"/>
              </a:spcBef>
              <a:spcAft>
                <a:spcPts val="0"/>
              </a:spcAft>
              <a:buClr>
                <a:schemeClr val="dk1"/>
              </a:buClr>
              <a:buSzPts val="9066"/>
              <a:buFont typeface="Arial"/>
              <a:buChar char="»"/>
              <a:defRPr b="0" i="0" sz="9066" u="none" cap="none" strike="noStrike">
                <a:solidFill>
                  <a:schemeClr val="dk1"/>
                </a:solidFill>
                <a:latin typeface="Arial"/>
                <a:ea typeface="Arial"/>
                <a:cs typeface="Arial"/>
                <a:sym typeface="Arial"/>
              </a:defRPr>
            </a:lvl9pPr>
          </a:lstStyle>
          <a:p/>
        </p:txBody>
      </p:sp>
      <p:sp>
        <p:nvSpPr>
          <p:cNvPr id="12" name="Google Shape;12;p2"/>
          <p:cNvSpPr txBox="1"/>
          <p:nvPr>
            <p:ph idx="10" type="dt"/>
          </p:nvPr>
        </p:nvSpPr>
        <p:spPr>
          <a:xfrm>
            <a:off x="1439175" y="39340264"/>
            <a:ext cx="6721792" cy="3001103"/>
          </a:xfrm>
          <a:prstGeom prst="rect">
            <a:avLst/>
          </a:prstGeom>
          <a:noFill/>
          <a:ln>
            <a:noFill/>
          </a:ln>
        </p:spPr>
        <p:txBody>
          <a:bodyPr anchorCtr="0" anchor="t" bIns="154300" lIns="308600" spcFirstLastPara="1" rIns="308600" wrap="square" tIns="154300">
            <a:noAutofit/>
          </a:bodyPr>
          <a:lstStyle>
            <a:lvl1pPr lvl="0" marR="0" rtl="0" algn="l">
              <a:spcBef>
                <a:spcPts val="0"/>
              </a:spcBef>
              <a:spcAft>
                <a:spcPts val="0"/>
              </a:spcAft>
              <a:buSzPts val="1400"/>
              <a:buNone/>
              <a:defRPr b="0" i="0" sz="6266"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8132"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8132"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8132"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8132"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8132"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8132"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8132"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8132" u="none" cap="none" strike="noStrike">
                <a:solidFill>
                  <a:schemeClr val="dk1"/>
                </a:solidFill>
                <a:latin typeface="Arial"/>
                <a:ea typeface="Arial"/>
                <a:cs typeface="Arial"/>
                <a:sym typeface="Arial"/>
              </a:defRPr>
            </a:lvl9pPr>
          </a:lstStyle>
          <a:p/>
        </p:txBody>
      </p:sp>
      <p:sp>
        <p:nvSpPr>
          <p:cNvPr id="13" name="Google Shape;13;p2"/>
          <p:cNvSpPr txBox="1"/>
          <p:nvPr>
            <p:ph idx="11" type="ftr"/>
          </p:nvPr>
        </p:nvSpPr>
        <p:spPr>
          <a:xfrm>
            <a:off x="9839300" y="39340264"/>
            <a:ext cx="9121828" cy="3001103"/>
          </a:xfrm>
          <a:prstGeom prst="rect">
            <a:avLst/>
          </a:prstGeom>
          <a:noFill/>
          <a:ln>
            <a:noFill/>
          </a:ln>
        </p:spPr>
        <p:txBody>
          <a:bodyPr anchorCtr="0" anchor="t" bIns="154300" lIns="308600" spcFirstLastPara="1" rIns="308600" wrap="square" tIns="154300">
            <a:noAutofit/>
          </a:bodyPr>
          <a:lstStyle>
            <a:lvl1pPr lvl="0" marR="0" rtl="0" algn="ctr">
              <a:spcBef>
                <a:spcPts val="0"/>
              </a:spcBef>
              <a:spcAft>
                <a:spcPts val="0"/>
              </a:spcAft>
              <a:buSzPts val="1400"/>
              <a:buNone/>
              <a:defRPr b="0" i="0" sz="6266"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8132"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8132"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8132"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8132"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8132"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8132"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8132"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8132" u="none" cap="none" strike="noStrike">
                <a:solidFill>
                  <a:schemeClr val="dk1"/>
                </a:solidFill>
                <a:latin typeface="Arial"/>
                <a:ea typeface="Arial"/>
                <a:cs typeface="Arial"/>
                <a:sym typeface="Arial"/>
              </a:defRPr>
            </a:lvl9pPr>
          </a:lstStyle>
          <a:p/>
        </p:txBody>
      </p:sp>
      <p:sp>
        <p:nvSpPr>
          <p:cNvPr id="14" name="Google Shape;14;p2"/>
          <p:cNvSpPr txBox="1"/>
          <p:nvPr>
            <p:ph idx="12" type="sldNum"/>
          </p:nvPr>
        </p:nvSpPr>
        <p:spPr>
          <a:xfrm>
            <a:off x="20639458" y="39340264"/>
            <a:ext cx="6721792" cy="3001103"/>
          </a:xfrm>
          <a:prstGeom prst="rect">
            <a:avLst/>
          </a:prstGeom>
          <a:noFill/>
          <a:ln>
            <a:noFill/>
          </a:ln>
        </p:spPr>
        <p:txBody>
          <a:bodyPr anchorCtr="0" anchor="t" bIns="154300" lIns="308600" spcFirstLastPara="1" rIns="308600" wrap="square" tIns="154300">
            <a:noAutofit/>
          </a:bodyPr>
          <a:lstStyle>
            <a:lvl1pPr indent="0" lvl="0" marL="0" marR="0" rtl="0" algn="r">
              <a:spcBef>
                <a:spcPts val="0"/>
              </a:spcBef>
              <a:spcAft>
                <a:spcPts val="0"/>
              </a:spcAft>
              <a:buNone/>
              <a:defRPr b="0" i="0" sz="6266" u="none" cap="none" strike="noStrike">
                <a:solidFill>
                  <a:schemeClr val="dk1"/>
                </a:solidFill>
                <a:latin typeface="Arial"/>
                <a:ea typeface="Arial"/>
                <a:cs typeface="Arial"/>
                <a:sym typeface="Arial"/>
              </a:defRPr>
            </a:lvl1pPr>
            <a:lvl2pPr indent="0" lvl="1" marL="0" marR="0" rtl="0" algn="r">
              <a:spcBef>
                <a:spcPts val="0"/>
              </a:spcBef>
              <a:spcAft>
                <a:spcPts val="0"/>
              </a:spcAft>
              <a:buNone/>
              <a:defRPr b="0" i="0" sz="6266" u="none" cap="none" strike="noStrike">
                <a:solidFill>
                  <a:schemeClr val="dk1"/>
                </a:solidFill>
                <a:latin typeface="Arial"/>
                <a:ea typeface="Arial"/>
                <a:cs typeface="Arial"/>
                <a:sym typeface="Arial"/>
              </a:defRPr>
            </a:lvl2pPr>
            <a:lvl3pPr indent="0" lvl="2" marL="0" marR="0" rtl="0" algn="r">
              <a:spcBef>
                <a:spcPts val="0"/>
              </a:spcBef>
              <a:spcAft>
                <a:spcPts val="0"/>
              </a:spcAft>
              <a:buNone/>
              <a:defRPr b="0" i="0" sz="6266" u="none" cap="none" strike="noStrike">
                <a:solidFill>
                  <a:schemeClr val="dk1"/>
                </a:solidFill>
                <a:latin typeface="Arial"/>
                <a:ea typeface="Arial"/>
                <a:cs typeface="Arial"/>
                <a:sym typeface="Arial"/>
              </a:defRPr>
            </a:lvl3pPr>
            <a:lvl4pPr indent="0" lvl="3" marL="0" marR="0" rtl="0" algn="r">
              <a:spcBef>
                <a:spcPts val="0"/>
              </a:spcBef>
              <a:spcAft>
                <a:spcPts val="0"/>
              </a:spcAft>
              <a:buNone/>
              <a:defRPr b="0" i="0" sz="6266" u="none" cap="none" strike="noStrike">
                <a:solidFill>
                  <a:schemeClr val="dk1"/>
                </a:solidFill>
                <a:latin typeface="Arial"/>
                <a:ea typeface="Arial"/>
                <a:cs typeface="Arial"/>
                <a:sym typeface="Arial"/>
              </a:defRPr>
            </a:lvl4pPr>
            <a:lvl5pPr indent="0" lvl="4" marL="0" marR="0" rtl="0" algn="r">
              <a:spcBef>
                <a:spcPts val="0"/>
              </a:spcBef>
              <a:spcAft>
                <a:spcPts val="0"/>
              </a:spcAft>
              <a:buNone/>
              <a:defRPr b="0" i="0" sz="6266" u="none" cap="none" strike="noStrike">
                <a:solidFill>
                  <a:schemeClr val="dk1"/>
                </a:solidFill>
                <a:latin typeface="Arial"/>
                <a:ea typeface="Arial"/>
                <a:cs typeface="Arial"/>
                <a:sym typeface="Arial"/>
              </a:defRPr>
            </a:lvl5pPr>
            <a:lvl6pPr indent="0" lvl="5" marL="0" marR="0" rtl="0" algn="r">
              <a:spcBef>
                <a:spcPts val="0"/>
              </a:spcBef>
              <a:spcAft>
                <a:spcPts val="0"/>
              </a:spcAft>
              <a:buNone/>
              <a:defRPr b="0" i="0" sz="6266" u="none" cap="none" strike="noStrike">
                <a:solidFill>
                  <a:schemeClr val="dk1"/>
                </a:solidFill>
                <a:latin typeface="Arial"/>
                <a:ea typeface="Arial"/>
                <a:cs typeface="Arial"/>
                <a:sym typeface="Arial"/>
              </a:defRPr>
            </a:lvl6pPr>
            <a:lvl7pPr indent="0" lvl="6" marL="0" marR="0" rtl="0" algn="r">
              <a:spcBef>
                <a:spcPts val="0"/>
              </a:spcBef>
              <a:spcAft>
                <a:spcPts val="0"/>
              </a:spcAft>
              <a:buNone/>
              <a:defRPr b="0" i="0" sz="6266" u="none" cap="none" strike="noStrike">
                <a:solidFill>
                  <a:schemeClr val="dk1"/>
                </a:solidFill>
                <a:latin typeface="Arial"/>
                <a:ea typeface="Arial"/>
                <a:cs typeface="Arial"/>
                <a:sym typeface="Arial"/>
              </a:defRPr>
            </a:lvl7pPr>
            <a:lvl8pPr indent="0" lvl="7" marL="0" marR="0" rtl="0" algn="r">
              <a:spcBef>
                <a:spcPts val="0"/>
              </a:spcBef>
              <a:spcAft>
                <a:spcPts val="0"/>
              </a:spcAft>
              <a:buNone/>
              <a:defRPr b="0" i="0" sz="6266" u="none" cap="none" strike="noStrike">
                <a:solidFill>
                  <a:schemeClr val="dk1"/>
                </a:solidFill>
                <a:latin typeface="Arial"/>
                <a:ea typeface="Arial"/>
                <a:cs typeface="Arial"/>
                <a:sym typeface="Arial"/>
              </a:defRPr>
            </a:lvl8pPr>
            <a:lvl9pPr indent="0" lvl="8" marL="0" marR="0" rtl="0" algn="r">
              <a:spcBef>
                <a:spcPts val="0"/>
              </a:spcBef>
              <a:spcAft>
                <a:spcPts val="0"/>
              </a:spcAft>
              <a:buNone/>
              <a:defRPr b="0" i="0" sz="6266"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jpg"/><Relationship Id="rId4" Type="http://schemas.openxmlformats.org/officeDocument/2006/relationships/image" Target="../media/image3.png"/><Relationship Id="rId11" Type="http://schemas.openxmlformats.org/officeDocument/2006/relationships/image" Target="../media/image9.png"/><Relationship Id="rId10" Type="http://schemas.openxmlformats.org/officeDocument/2006/relationships/image" Target="../media/image6.png"/><Relationship Id="rId12" Type="http://schemas.openxmlformats.org/officeDocument/2006/relationships/image" Target="../media/image10.png"/><Relationship Id="rId9" Type="http://schemas.openxmlformats.org/officeDocument/2006/relationships/image" Target="../media/image7.png"/><Relationship Id="rId5" Type="http://schemas.openxmlformats.org/officeDocument/2006/relationships/image" Target="../media/image4.png"/><Relationship Id="rId6" Type="http://schemas.openxmlformats.org/officeDocument/2006/relationships/image" Target="../media/image1.png"/><Relationship Id="rId7" Type="http://schemas.openxmlformats.org/officeDocument/2006/relationships/image" Target="../media/image2.png"/><Relationship Id="rId8"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pic>
        <p:nvPicPr>
          <p:cNvPr id="89" name="Google Shape;89;g3a237dcfe8c_0_0"/>
          <p:cNvPicPr preferRelativeResize="0"/>
          <p:nvPr/>
        </p:nvPicPr>
        <p:blipFill rotWithShape="1">
          <a:blip r:embed="rId3">
            <a:alphaModFix/>
          </a:blip>
          <a:srcRect b="0" l="0" r="0" t="0"/>
          <a:stretch/>
        </p:blipFill>
        <p:spPr>
          <a:xfrm>
            <a:off x="12740" y="10648"/>
            <a:ext cx="28774945" cy="43179342"/>
          </a:xfrm>
          <a:prstGeom prst="rect">
            <a:avLst/>
          </a:prstGeom>
          <a:noFill/>
          <a:ln>
            <a:noFill/>
          </a:ln>
        </p:spPr>
      </p:pic>
      <p:sp>
        <p:nvSpPr>
          <p:cNvPr id="90" name="Google Shape;90;g3a237dcfe8c_0_0"/>
          <p:cNvSpPr/>
          <p:nvPr/>
        </p:nvSpPr>
        <p:spPr>
          <a:xfrm>
            <a:off x="-36734" y="2703684"/>
            <a:ext cx="28800300" cy="666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pt-BR" sz="3733">
                <a:solidFill>
                  <a:schemeClr val="dk1"/>
                </a:solidFill>
              </a:rPr>
              <a:t>Carlos Roberto Santos Latorre; Felipe Lin; Felipe Wakasa Klabunde; Stephany Aliyah Guimarães Eurípedes de Paula</a:t>
            </a:r>
            <a:endParaRPr/>
          </a:p>
        </p:txBody>
      </p:sp>
      <p:sp>
        <p:nvSpPr>
          <p:cNvPr id="91" name="Google Shape;91;g3a237dcfe8c_0_0"/>
          <p:cNvSpPr txBox="1"/>
          <p:nvPr/>
        </p:nvSpPr>
        <p:spPr>
          <a:xfrm>
            <a:off x="690522" y="5147154"/>
            <a:ext cx="13284900" cy="553590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i="0" lang="pt-BR" sz="3600" u="none" cap="none" strike="noStrike">
                <a:solidFill>
                  <a:schemeClr val="dk1"/>
                </a:solidFill>
                <a:latin typeface="Arial"/>
                <a:ea typeface="Arial"/>
                <a:cs typeface="Arial"/>
                <a:sym typeface="Arial"/>
              </a:rPr>
              <a:t>Sobre a equipe</a:t>
            </a:r>
            <a:endParaRPr b="1" sz="3600">
              <a:solidFill>
                <a:schemeClr val="dk1"/>
              </a:solidFill>
            </a:endParaRPr>
          </a:p>
          <a:p>
            <a:pPr indent="0" lvl="0" marL="0" marR="0" rtl="0" algn="just">
              <a:spcBef>
                <a:spcPts val="0"/>
              </a:spcBef>
              <a:spcAft>
                <a:spcPts val="0"/>
              </a:spcAft>
              <a:buNone/>
            </a:pPr>
            <a:r>
              <a:t/>
            </a:r>
            <a:endParaRPr b="1" sz="1100">
              <a:solidFill>
                <a:schemeClr val="dk1"/>
              </a:solidFill>
            </a:endParaRPr>
          </a:p>
          <a:p>
            <a:pPr indent="0" lvl="0" marL="0" rtl="0" algn="just">
              <a:spcBef>
                <a:spcPts val="0"/>
              </a:spcBef>
              <a:spcAft>
                <a:spcPts val="0"/>
              </a:spcAft>
              <a:buNone/>
            </a:pPr>
            <a:r>
              <a:t/>
            </a:r>
            <a:endParaRPr sz="3000">
              <a:solidFill>
                <a:schemeClr val="dk1"/>
              </a:solidFill>
            </a:endParaRPr>
          </a:p>
          <a:p>
            <a:pPr indent="0" lvl="0" marL="0" marR="0" rtl="0" algn="just">
              <a:spcBef>
                <a:spcPts val="0"/>
              </a:spcBef>
              <a:spcAft>
                <a:spcPts val="0"/>
              </a:spcAft>
              <a:buNone/>
            </a:pPr>
            <a:r>
              <a:rPr b="0" i="0" lang="pt-BR" sz="3000" u="none" cap="none" strike="noStrike">
                <a:solidFill>
                  <a:schemeClr val="dk1"/>
                </a:solidFill>
                <a:latin typeface="Arial"/>
                <a:ea typeface="Arial"/>
                <a:cs typeface="Arial"/>
                <a:sym typeface="Arial"/>
              </a:rPr>
              <a:t> 	</a:t>
            </a:r>
            <a:r>
              <a:rPr lang="pt-BR" sz="3000">
                <a:solidFill>
                  <a:schemeClr val="dk1"/>
                </a:solidFill>
              </a:rPr>
              <a:t>Como estudantes de Ciência da Computação, aplicamos uma gestão ágil neste projeto, usando Scrum e Kanban para organizar o trabalho e monitorar as entregas.</a:t>
            </a:r>
            <a:endParaRPr sz="3000">
              <a:solidFill>
                <a:schemeClr val="dk1"/>
              </a:solidFill>
            </a:endParaRPr>
          </a:p>
          <a:p>
            <a:pPr indent="0" lvl="0" marL="0" marR="0" rtl="0" algn="just">
              <a:spcBef>
                <a:spcPts val="0"/>
              </a:spcBef>
              <a:spcAft>
                <a:spcPts val="0"/>
              </a:spcAft>
              <a:buNone/>
            </a:pPr>
            <a:r>
              <a:rPr lang="pt-BR" sz="3000">
                <a:solidFill>
                  <a:schemeClr val="dk1"/>
                </a:solidFill>
              </a:rPr>
              <a:t>O GitHub Projects foi nossa ferramenta principal para gerenciar as etapas e facilitar a colaboração. Além disso, mantivemos reuniões semanais para alinhar o foco, revisar o progresso e garantir que os prazos fossem cumpridos. Assim, durante o desenvolvimento, o grupo trabalhou de forma colaborativa, buscando sempre integrar as diferentes partes do sistema.</a:t>
            </a:r>
            <a:endParaRPr sz="3000">
              <a:solidFill>
                <a:schemeClr val="dk1"/>
              </a:solidFill>
            </a:endParaRPr>
          </a:p>
          <a:p>
            <a:pPr indent="0" lvl="0" marL="0" marR="0" rtl="0" algn="just">
              <a:spcBef>
                <a:spcPts val="1200"/>
              </a:spcBef>
              <a:spcAft>
                <a:spcPts val="0"/>
              </a:spcAft>
              <a:buNone/>
            </a:pPr>
            <a:r>
              <a:t/>
            </a:r>
            <a:endParaRPr b="0" i="0" sz="2666" u="none" cap="none" strike="noStrike">
              <a:solidFill>
                <a:schemeClr val="dk1"/>
              </a:solidFill>
              <a:latin typeface="Arial"/>
              <a:ea typeface="Arial"/>
              <a:cs typeface="Arial"/>
              <a:sym typeface="Arial"/>
            </a:endParaRPr>
          </a:p>
        </p:txBody>
      </p:sp>
      <p:sp>
        <p:nvSpPr>
          <p:cNvPr id="92" name="Google Shape;92;g3a237dcfe8c_0_0"/>
          <p:cNvSpPr/>
          <p:nvPr/>
        </p:nvSpPr>
        <p:spPr>
          <a:xfrm>
            <a:off x="0" y="-669350"/>
            <a:ext cx="184800" cy="133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8099"/>
              <a:buFont typeface="Arial"/>
              <a:buNone/>
            </a:pPr>
            <a:r>
              <a:t/>
            </a:r>
            <a:endParaRPr b="0" i="0" sz="8099" u="none" cap="none" strike="noStrike">
              <a:solidFill>
                <a:schemeClr val="dk1"/>
              </a:solidFill>
              <a:latin typeface="Arial"/>
              <a:ea typeface="Arial"/>
              <a:cs typeface="Arial"/>
              <a:sym typeface="Arial"/>
            </a:endParaRPr>
          </a:p>
        </p:txBody>
      </p:sp>
      <p:sp>
        <p:nvSpPr>
          <p:cNvPr id="93" name="Google Shape;93;g3a237dcfe8c_0_0"/>
          <p:cNvSpPr txBox="1"/>
          <p:nvPr>
            <p:ph type="ctrTitle"/>
          </p:nvPr>
        </p:nvSpPr>
        <p:spPr>
          <a:xfrm>
            <a:off x="5514761" y="1036475"/>
            <a:ext cx="18048900" cy="2258400"/>
          </a:xfrm>
          <a:prstGeom prst="rect">
            <a:avLst/>
          </a:prstGeom>
          <a:noFill/>
          <a:ln>
            <a:noFill/>
          </a:ln>
        </p:spPr>
        <p:txBody>
          <a:bodyPr anchorCtr="0" anchor="ctr" bIns="154300" lIns="308600" spcFirstLastPara="1" rIns="308600" wrap="square" tIns="154300">
            <a:noAutofit/>
          </a:bodyPr>
          <a:lstStyle/>
          <a:p>
            <a:pPr indent="0" lvl="0" marL="0" rtl="0" algn="ctr">
              <a:spcBef>
                <a:spcPts val="0"/>
              </a:spcBef>
              <a:spcAft>
                <a:spcPts val="0"/>
              </a:spcAft>
              <a:buNone/>
            </a:pPr>
            <a:r>
              <a:rPr b="1" lang="pt-BR" sz="5866"/>
              <a:t>CupomGO</a:t>
            </a:r>
            <a:endParaRPr/>
          </a:p>
        </p:txBody>
      </p:sp>
      <p:sp>
        <p:nvSpPr>
          <p:cNvPr id="94" name="Google Shape;94;g3a237dcfe8c_0_0"/>
          <p:cNvSpPr/>
          <p:nvPr/>
        </p:nvSpPr>
        <p:spPr>
          <a:xfrm>
            <a:off x="1904100" y="290100"/>
            <a:ext cx="25809900" cy="1569600"/>
          </a:xfrm>
          <a:prstGeom prst="rect">
            <a:avLst/>
          </a:prstGeom>
          <a:noFill/>
          <a:ln>
            <a:noFill/>
          </a:ln>
        </p:spPr>
        <p:txBody>
          <a:bodyPr anchorCtr="0" anchor="ctr" bIns="205700" lIns="411425" spcFirstLastPara="1" rIns="411425" wrap="square" tIns="205700">
            <a:noAutofit/>
          </a:bodyPr>
          <a:lstStyle/>
          <a:p>
            <a:pPr indent="0" lvl="0" marL="0" marR="0" rtl="0" algn="ctr">
              <a:spcBef>
                <a:spcPts val="0"/>
              </a:spcBef>
              <a:spcAft>
                <a:spcPts val="0"/>
              </a:spcAft>
              <a:buNone/>
            </a:pPr>
            <a:r>
              <a:rPr b="1" i="0" lang="pt-BR" sz="7999" u="none" cap="none" strike="noStrike">
                <a:solidFill>
                  <a:schemeClr val="lt1"/>
                </a:solidFill>
                <a:latin typeface="Arial"/>
                <a:ea typeface="Arial"/>
                <a:cs typeface="Arial"/>
                <a:sym typeface="Arial"/>
              </a:rPr>
              <a:t>Semana de Tecnologia FECAP 202</a:t>
            </a:r>
            <a:r>
              <a:rPr b="1" lang="pt-BR" sz="7999">
                <a:solidFill>
                  <a:schemeClr val="lt1"/>
                </a:solidFill>
              </a:rPr>
              <a:t>5</a:t>
            </a:r>
            <a:endParaRPr/>
          </a:p>
        </p:txBody>
      </p:sp>
      <p:sp>
        <p:nvSpPr>
          <p:cNvPr id="95" name="Google Shape;95;g3a237dcfe8c_0_0"/>
          <p:cNvSpPr txBox="1"/>
          <p:nvPr/>
        </p:nvSpPr>
        <p:spPr>
          <a:xfrm>
            <a:off x="14653150" y="4992300"/>
            <a:ext cx="13284900" cy="6451200"/>
          </a:xfrm>
          <a:prstGeom prst="rect">
            <a:avLst/>
          </a:prstGeom>
          <a:noFill/>
          <a:ln>
            <a:noFill/>
          </a:ln>
        </p:spPr>
        <p:txBody>
          <a:bodyPr anchorCtr="0" anchor="t" bIns="45700" lIns="91425" spcFirstLastPara="1" rIns="91425" wrap="square" tIns="45700">
            <a:noAutofit/>
          </a:bodyPr>
          <a:lstStyle/>
          <a:p>
            <a:pPr indent="0" lvl="0" marL="0" marR="0" rtl="0" algn="just">
              <a:spcBef>
                <a:spcPts val="0"/>
              </a:spcBef>
              <a:spcAft>
                <a:spcPts val="0"/>
              </a:spcAft>
              <a:buNone/>
            </a:pPr>
            <a:r>
              <a:rPr b="1" i="0" lang="pt-BR" sz="3600" u="none" cap="none" strike="noStrike">
                <a:solidFill>
                  <a:schemeClr val="dk1"/>
                </a:solidFill>
                <a:latin typeface="Arial"/>
                <a:ea typeface="Arial"/>
                <a:cs typeface="Arial"/>
                <a:sym typeface="Arial"/>
              </a:rPr>
              <a:t>Problema a ser tratad</a:t>
            </a:r>
            <a:r>
              <a:rPr b="1" lang="pt-BR" sz="3600">
                <a:solidFill>
                  <a:schemeClr val="dk1"/>
                </a:solidFill>
              </a:rPr>
              <a:t>o</a:t>
            </a:r>
            <a:endParaRPr b="1" sz="3600">
              <a:solidFill>
                <a:schemeClr val="dk1"/>
              </a:solidFill>
            </a:endParaRPr>
          </a:p>
          <a:p>
            <a:pPr indent="0" lvl="0" marL="0" marR="0" rtl="0" algn="just">
              <a:spcBef>
                <a:spcPts val="0"/>
              </a:spcBef>
              <a:spcAft>
                <a:spcPts val="0"/>
              </a:spcAft>
              <a:buNone/>
            </a:pPr>
            <a:r>
              <a:t/>
            </a:r>
            <a:endParaRPr b="1" sz="1200">
              <a:solidFill>
                <a:schemeClr val="dk1"/>
              </a:solidFill>
            </a:endParaRPr>
          </a:p>
          <a:p>
            <a:pPr indent="0" lvl="0" marL="0" marR="0" rtl="0" algn="just">
              <a:spcBef>
                <a:spcPts val="0"/>
              </a:spcBef>
              <a:spcAft>
                <a:spcPts val="0"/>
              </a:spcAft>
              <a:buNone/>
            </a:pPr>
            <a:r>
              <a:rPr lang="pt-BR" sz="2900">
                <a:solidFill>
                  <a:schemeClr val="dk1"/>
                </a:solidFill>
              </a:rPr>
              <a:t>Atualmente, usuários de aplicativos de cupons enfrentam dificuldades para visualizar suas economias reais e identificar seus parceiros favoritos. Essa lacuna diminui o engajamento e o impacto das campanhas de marketing.</a:t>
            </a:r>
            <a:endParaRPr sz="2900">
              <a:solidFill>
                <a:schemeClr val="dk1"/>
              </a:solidFill>
            </a:endParaRPr>
          </a:p>
          <a:p>
            <a:pPr indent="0" lvl="0" marL="0" marR="0" rtl="0" algn="just">
              <a:spcBef>
                <a:spcPts val="0"/>
              </a:spcBef>
              <a:spcAft>
                <a:spcPts val="0"/>
              </a:spcAft>
              <a:buNone/>
            </a:pPr>
            <a:r>
              <a:t/>
            </a:r>
            <a:endParaRPr sz="2900">
              <a:solidFill>
                <a:schemeClr val="dk1"/>
              </a:solidFill>
            </a:endParaRPr>
          </a:p>
          <a:p>
            <a:pPr indent="0" lvl="0" marL="0" marR="0" rtl="0" algn="just">
              <a:spcBef>
                <a:spcPts val="0"/>
              </a:spcBef>
              <a:spcAft>
                <a:spcPts val="0"/>
              </a:spcAft>
              <a:buNone/>
            </a:pPr>
            <a:r>
              <a:rPr lang="pt-BR" sz="2900">
                <a:solidFill>
                  <a:schemeClr val="dk1"/>
                </a:solidFill>
              </a:rPr>
              <a:t>Apesar da popularidade, aplicativos de benefícios têm desafios em manter o uso a longo prazo, pois os usuários perdem a percepção da vantagem diária.</a:t>
            </a:r>
            <a:endParaRPr sz="2900">
              <a:solidFill>
                <a:schemeClr val="dk1"/>
              </a:solidFill>
            </a:endParaRPr>
          </a:p>
          <a:p>
            <a:pPr indent="0" lvl="0" marL="0" marR="0" rtl="0" algn="just">
              <a:spcBef>
                <a:spcPts val="0"/>
              </a:spcBef>
              <a:spcAft>
                <a:spcPts val="0"/>
              </a:spcAft>
              <a:buNone/>
            </a:pPr>
            <a:r>
              <a:rPr lang="pt-BR" sz="2900">
                <a:solidFill>
                  <a:schemeClr val="dk1"/>
                </a:solidFill>
              </a:rPr>
              <a:t>Paralelamente, as empresas parceiras enfrentam obstáculos para entender o comportamento do consumidor e medir os resultados de suas promoções.</a:t>
            </a:r>
            <a:endParaRPr sz="2900">
              <a:solidFill>
                <a:schemeClr val="dk1"/>
              </a:solidFill>
            </a:endParaRPr>
          </a:p>
          <a:p>
            <a:pPr indent="0" lvl="0" marL="0" marR="0" rtl="0" algn="just">
              <a:spcBef>
                <a:spcPts val="0"/>
              </a:spcBef>
              <a:spcAft>
                <a:spcPts val="0"/>
              </a:spcAft>
              <a:buNone/>
            </a:pPr>
            <a:r>
              <a:rPr lang="pt-BR" sz="2900">
                <a:solidFill>
                  <a:schemeClr val="dk1"/>
                </a:solidFill>
              </a:rPr>
              <a:t>Este cenário ressalta a necessidade de uma solução que ofereça maior transparência e personalização, incentivando o uso contínuo de cupons e fortalecendo a relação entre consumidores e marcas.</a:t>
            </a:r>
            <a:endParaRPr sz="2900">
              <a:solidFill>
                <a:schemeClr val="dk1"/>
              </a:solidFill>
            </a:endParaRPr>
          </a:p>
          <a:p>
            <a:pPr indent="0" lvl="0" marL="0" marR="0" rtl="0" algn="just">
              <a:spcBef>
                <a:spcPts val="0"/>
              </a:spcBef>
              <a:spcAft>
                <a:spcPts val="0"/>
              </a:spcAft>
              <a:buNone/>
            </a:pPr>
            <a:r>
              <a:t/>
            </a:r>
            <a:endParaRPr sz="2400">
              <a:solidFill>
                <a:schemeClr val="dk1"/>
              </a:solidFill>
            </a:endParaRPr>
          </a:p>
          <a:p>
            <a:pPr indent="0" lvl="0" marL="0" marR="0" rtl="0" algn="just">
              <a:spcBef>
                <a:spcPts val="0"/>
              </a:spcBef>
              <a:spcAft>
                <a:spcPts val="0"/>
              </a:spcAft>
              <a:buNone/>
            </a:pPr>
            <a:r>
              <a:t/>
            </a:r>
            <a:endParaRPr sz="2400">
              <a:solidFill>
                <a:schemeClr val="dk1"/>
              </a:solidFill>
            </a:endParaRPr>
          </a:p>
          <a:p>
            <a:pPr indent="0" lvl="0" marL="0" marR="0" rtl="0" algn="just">
              <a:spcBef>
                <a:spcPts val="1200"/>
              </a:spcBef>
              <a:spcAft>
                <a:spcPts val="0"/>
              </a:spcAft>
              <a:buNone/>
            </a:pPr>
            <a:r>
              <a:t/>
            </a:r>
            <a:endParaRPr b="0" i="0" sz="2666" u="none" cap="none" strike="noStrike">
              <a:solidFill>
                <a:schemeClr val="dk1"/>
              </a:solidFill>
              <a:latin typeface="Arial"/>
              <a:ea typeface="Arial"/>
              <a:cs typeface="Arial"/>
              <a:sym typeface="Arial"/>
            </a:endParaRPr>
          </a:p>
          <a:p>
            <a:pPr indent="0" lvl="0" marL="0" marR="0" rtl="0" algn="just">
              <a:spcBef>
                <a:spcPts val="1200"/>
              </a:spcBef>
              <a:spcAft>
                <a:spcPts val="0"/>
              </a:spcAft>
              <a:buNone/>
            </a:pPr>
            <a:r>
              <a:t/>
            </a:r>
            <a:endParaRPr b="0" i="0" sz="2666" u="none" cap="none" strike="noStrike">
              <a:solidFill>
                <a:schemeClr val="dk1"/>
              </a:solidFill>
              <a:latin typeface="Arial"/>
              <a:ea typeface="Arial"/>
              <a:cs typeface="Arial"/>
              <a:sym typeface="Arial"/>
            </a:endParaRPr>
          </a:p>
          <a:p>
            <a:pPr indent="0" lvl="0" marL="0" marR="0" rtl="0" algn="just">
              <a:spcBef>
                <a:spcPts val="1200"/>
              </a:spcBef>
              <a:spcAft>
                <a:spcPts val="0"/>
              </a:spcAft>
              <a:buNone/>
            </a:pPr>
            <a:r>
              <a:rPr b="0" i="0" lang="pt-BR" sz="2666" u="none" cap="none" strike="noStrike">
                <a:solidFill>
                  <a:schemeClr val="dk1"/>
                </a:solidFill>
                <a:latin typeface="Arial"/>
                <a:ea typeface="Arial"/>
                <a:cs typeface="Arial"/>
                <a:sym typeface="Arial"/>
              </a:rPr>
              <a:t>	</a:t>
            </a:r>
            <a:endParaRPr/>
          </a:p>
        </p:txBody>
      </p:sp>
      <p:sp>
        <p:nvSpPr>
          <p:cNvPr id="96" name="Google Shape;96;g3a237dcfe8c_0_0"/>
          <p:cNvSpPr txBox="1"/>
          <p:nvPr/>
        </p:nvSpPr>
        <p:spPr>
          <a:xfrm>
            <a:off x="673578" y="33034168"/>
            <a:ext cx="13318800" cy="703950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i="0" lang="pt-BR" sz="3600" u="none" cap="none" strike="noStrike">
                <a:solidFill>
                  <a:schemeClr val="dk1"/>
                </a:solidFill>
                <a:latin typeface="Arial"/>
                <a:ea typeface="Arial"/>
                <a:cs typeface="Arial"/>
                <a:sym typeface="Arial"/>
              </a:rPr>
              <a:t>Solução proposta</a:t>
            </a:r>
            <a:endParaRPr b="1" sz="3600">
              <a:solidFill>
                <a:schemeClr val="dk1"/>
              </a:solidFill>
            </a:endParaRPr>
          </a:p>
          <a:p>
            <a:pPr indent="0" lvl="0" marL="0" marR="0" rtl="0" algn="just">
              <a:spcBef>
                <a:spcPts val="0"/>
              </a:spcBef>
              <a:spcAft>
                <a:spcPts val="0"/>
              </a:spcAft>
              <a:buNone/>
            </a:pPr>
            <a:r>
              <a:rPr b="0" i="0" lang="pt-BR" sz="3733" u="none" cap="none" strike="noStrike">
                <a:solidFill>
                  <a:schemeClr val="dk1"/>
                </a:solidFill>
                <a:latin typeface="Arial"/>
                <a:ea typeface="Arial"/>
                <a:cs typeface="Arial"/>
                <a:sym typeface="Arial"/>
              </a:rPr>
              <a:t> </a:t>
            </a:r>
            <a:r>
              <a:rPr b="0" i="0" lang="pt-BR" sz="2666" u="none" cap="none" strike="noStrike">
                <a:solidFill>
                  <a:schemeClr val="dk1"/>
                </a:solidFill>
                <a:latin typeface="Arial"/>
                <a:ea typeface="Arial"/>
                <a:cs typeface="Arial"/>
                <a:sym typeface="Arial"/>
              </a:rPr>
              <a:t>	</a:t>
            </a:r>
            <a:r>
              <a:rPr b="0" i="0" lang="pt-BR" sz="2400" u="none" cap="none" strike="noStrike">
                <a:solidFill>
                  <a:schemeClr val="dk1"/>
                </a:solidFill>
                <a:latin typeface="Arial"/>
                <a:ea typeface="Arial"/>
                <a:cs typeface="Arial"/>
                <a:sym typeface="Arial"/>
              </a:rPr>
              <a:t> </a:t>
            </a:r>
            <a:r>
              <a:rPr lang="pt-BR" sz="2700">
                <a:solidFill>
                  <a:schemeClr val="dk1"/>
                </a:solidFill>
              </a:rPr>
              <a:t>O CupomGo é um dashboard interativo criado para facilitar o uso de cupons e deixar a experiência do usuário mais simples e visual. Ele apresenta de maneira explícita o valor que o usuário economiza, os cupons mais frequentemente utilizados e as marcas que oferecem maiores benefícios, contribuindo para a manutenção do interesse e do uso contínuo do aplicativo.</a:t>
            </a:r>
            <a:endParaRPr sz="2700">
              <a:solidFill>
                <a:schemeClr val="dk1"/>
              </a:solidFill>
            </a:endParaRPr>
          </a:p>
          <a:p>
            <a:pPr indent="0" lvl="0" marL="0" marR="0" rtl="0" algn="just">
              <a:spcBef>
                <a:spcPts val="0"/>
              </a:spcBef>
              <a:spcAft>
                <a:spcPts val="0"/>
              </a:spcAft>
              <a:buNone/>
            </a:pPr>
            <a:r>
              <a:rPr lang="pt-BR" sz="2700">
                <a:solidFill>
                  <a:schemeClr val="dk1"/>
                </a:solidFill>
              </a:rPr>
              <a:t>Além dos usuários comuns, o painel também foi pensado para perfis executivos, como CEOs, CFOs e CTOs, que podem usar as informações do sistema para acompanhar resultados, analisar campanhas e entender melhor o comportamento de consumo. O dashboard também inclui dados econômicos como Inadimplência, IPCA e SELIC, permitindo uma visão mais completa do cenário financeiro e das tendências do mercado.</a:t>
            </a:r>
            <a:endParaRPr sz="2700">
              <a:solidFill>
                <a:schemeClr val="dk1"/>
              </a:solidFill>
            </a:endParaRPr>
          </a:p>
          <a:p>
            <a:pPr indent="0" lvl="0" marL="0" marR="0" rtl="0" algn="just">
              <a:spcBef>
                <a:spcPts val="0"/>
              </a:spcBef>
              <a:spcAft>
                <a:spcPts val="0"/>
              </a:spcAft>
              <a:buNone/>
            </a:pPr>
            <a:r>
              <a:rPr lang="pt-BR" sz="2700">
                <a:solidFill>
                  <a:schemeClr val="dk1"/>
                </a:solidFill>
              </a:rPr>
              <a:t>Portanto, ele permite que a empresa compreenda padrões de comportamento em detalhes, ao mesmo tempo em que melhora a experiência do cliente. Mais do que um painel de visualização, é uma ferramenta de capacidade de negócios que alinha a satisfação do usuário aos objetivos estratégicos da companhia.</a:t>
            </a:r>
            <a:endParaRPr sz="2700">
              <a:solidFill>
                <a:schemeClr val="dk1"/>
              </a:solidFill>
            </a:endParaRPr>
          </a:p>
        </p:txBody>
      </p:sp>
      <p:sp>
        <p:nvSpPr>
          <p:cNvPr id="97" name="Google Shape;97;g3a237dcfe8c_0_0"/>
          <p:cNvSpPr txBox="1"/>
          <p:nvPr/>
        </p:nvSpPr>
        <p:spPr>
          <a:xfrm>
            <a:off x="12740" y="3294872"/>
            <a:ext cx="29592600" cy="1355100"/>
          </a:xfrm>
          <a:prstGeom prst="rect">
            <a:avLst/>
          </a:prstGeom>
          <a:noFill/>
          <a:ln>
            <a:noFill/>
          </a:ln>
        </p:spPr>
        <p:txBody>
          <a:bodyPr anchorCtr="0" anchor="ctr" bIns="205700" lIns="411425" spcFirstLastPara="1" rIns="411425" wrap="square" tIns="205700">
            <a:noAutofit/>
          </a:bodyPr>
          <a:lstStyle/>
          <a:p>
            <a:pPr indent="0" lvl="0" marL="0" marR="0" rtl="0" algn="ctr">
              <a:spcBef>
                <a:spcPts val="0"/>
              </a:spcBef>
              <a:spcAft>
                <a:spcPts val="0"/>
              </a:spcAft>
              <a:buNone/>
            </a:pPr>
            <a:r>
              <a:rPr b="1" i="0" lang="pt-BR" sz="2866" u="none" cap="none" strike="noStrike">
                <a:solidFill>
                  <a:schemeClr val="dk2"/>
                </a:solidFill>
                <a:latin typeface="Arial"/>
                <a:ea typeface="Arial"/>
                <a:cs typeface="Arial"/>
                <a:sym typeface="Arial"/>
              </a:rPr>
              <a:t>Professores: </a:t>
            </a:r>
            <a:r>
              <a:rPr b="1" lang="pt-BR" sz="2866">
                <a:solidFill>
                  <a:schemeClr val="dk2"/>
                </a:solidFill>
              </a:rPr>
              <a:t>Eduardo Savino Gomes; Lucy Mari Tabuti; Mauricio Lopes Da Cunha; Rodnil da Silva Moreira Lisboa.</a:t>
            </a:r>
            <a:endParaRPr b="1" i="0" sz="6066" u="none" cap="none" strike="noStrike">
              <a:solidFill>
                <a:schemeClr val="dk2"/>
              </a:solidFill>
              <a:latin typeface="Arial"/>
              <a:ea typeface="Arial"/>
              <a:cs typeface="Arial"/>
              <a:sym typeface="Arial"/>
            </a:endParaRPr>
          </a:p>
        </p:txBody>
      </p:sp>
      <p:sp>
        <p:nvSpPr>
          <p:cNvPr id="98" name="Google Shape;98;g3a237dcfe8c_0_0"/>
          <p:cNvSpPr txBox="1"/>
          <p:nvPr/>
        </p:nvSpPr>
        <p:spPr>
          <a:xfrm>
            <a:off x="14636209" y="33034168"/>
            <a:ext cx="13318800" cy="729600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i="0" lang="pt-BR" sz="3600" u="none" cap="none" strike="noStrike">
                <a:solidFill>
                  <a:schemeClr val="dk1"/>
                </a:solidFill>
                <a:latin typeface="Arial"/>
                <a:ea typeface="Arial"/>
                <a:cs typeface="Arial"/>
                <a:sym typeface="Arial"/>
              </a:rPr>
              <a:t>Futuro do projeto</a:t>
            </a:r>
            <a:endParaRPr sz="2400">
              <a:solidFill>
                <a:schemeClr val="dk1"/>
              </a:solidFill>
            </a:endParaRPr>
          </a:p>
          <a:p>
            <a:pPr indent="0" lvl="0" marL="0" marR="0" rtl="0" algn="just">
              <a:spcBef>
                <a:spcPts val="0"/>
              </a:spcBef>
              <a:spcAft>
                <a:spcPts val="0"/>
              </a:spcAft>
              <a:buNone/>
            </a:pPr>
            <a:r>
              <a:rPr lang="pt-BR" sz="2700">
                <a:solidFill>
                  <a:schemeClr val="dk1"/>
                </a:solidFill>
              </a:rPr>
              <a:t>Com o avanço do desenvolvimento, pretendemos implementar novas melhorias no dashboard, criando formas mais práticas de visualizar e analisar os dados, tornando as informações ainda mais claras e úteis tanto para os usuários quanto para os perfis executivos.</a:t>
            </a:r>
            <a:endParaRPr sz="2700">
              <a:solidFill>
                <a:schemeClr val="dk1"/>
              </a:solidFill>
            </a:endParaRPr>
          </a:p>
          <a:p>
            <a:pPr indent="0" lvl="0" marL="0" marR="0" rtl="0" algn="just">
              <a:spcBef>
                <a:spcPts val="0"/>
              </a:spcBef>
              <a:spcAft>
                <a:spcPts val="0"/>
              </a:spcAft>
              <a:buNone/>
            </a:pPr>
            <a:r>
              <a:t/>
            </a:r>
            <a:endParaRPr sz="2700">
              <a:solidFill>
                <a:schemeClr val="dk1"/>
              </a:solidFill>
            </a:endParaRPr>
          </a:p>
          <a:p>
            <a:pPr indent="0" lvl="0" marL="0" marR="0" rtl="0" algn="just">
              <a:spcBef>
                <a:spcPts val="0"/>
              </a:spcBef>
              <a:spcAft>
                <a:spcPts val="0"/>
              </a:spcAft>
              <a:buNone/>
            </a:pPr>
            <a:r>
              <a:rPr lang="pt-BR" sz="2700">
                <a:solidFill>
                  <a:schemeClr val="dk1"/>
                </a:solidFill>
              </a:rPr>
              <a:t>Entre as próximas etapas está a integração com geolocalização, permitindo recomendações de cupons em tempo real, além de um sistema de previsão de economias futuras, baseado no histórico de uso de cada usuário. Também planejamos desenvolver um painel administrativo para as empresas parceiras acompanharem o resultado e o engajamento de suas campanhas.</a:t>
            </a:r>
            <a:endParaRPr sz="2700">
              <a:solidFill>
                <a:schemeClr val="dk1"/>
              </a:solidFill>
            </a:endParaRPr>
          </a:p>
          <a:p>
            <a:pPr indent="0" lvl="0" marL="0" marR="0" rtl="0" algn="just">
              <a:spcBef>
                <a:spcPts val="0"/>
              </a:spcBef>
              <a:spcAft>
                <a:spcPts val="0"/>
              </a:spcAft>
              <a:buNone/>
            </a:pPr>
            <a:r>
              <a:t/>
            </a:r>
            <a:endParaRPr sz="2700">
              <a:solidFill>
                <a:schemeClr val="dk1"/>
              </a:solidFill>
            </a:endParaRPr>
          </a:p>
          <a:p>
            <a:pPr indent="0" lvl="0" marL="0" marR="0" rtl="0" algn="just">
              <a:spcBef>
                <a:spcPts val="0"/>
              </a:spcBef>
              <a:spcAft>
                <a:spcPts val="0"/>
              </a:spcAft>
              <a:buNone/>
            </a:pPr>
            <a:r>
              <a:rPr lang="pt-BR" sz="2700">
                <a:solidFill>
                  <a:schemeClr val="dk1"/>
                </a:solidFill>
              </a:rPr>
              <a:t>O projeto busca aproximar a tecnologia das necessidades reais dos usuários e das empresas, incentivando um consumo mais consciente e inteligente.  A ideia é continuar melhorando o sistema, deixando-o mais simples, funcional e conectado ao dia a dia das pessoas, além de oferecer novas possibilidades para as marcas que participam da plataforma.</a:t>
            </a:r>
            <a:endParaRPr sz="2700">
              <a:solidFill>
                <a:schemeClr val="dk1"/>
              </a:solidFill>
            </a:endParaRPr>
          </a:p>
        </p:txBody>
      </p:sp>
      <p:sp>
        <p:nvSpPr>
          <p:cNvPr id="99" name="Google Shape;99;g3a237dcfe8c_0_0"/>
          <p:cNvSpPr txBox="1"/>
          <p:nvPr/>
        </p:nvSpPr>
        <p:spPr>
          <a:xfrm>
            <a:off x="7965819" y="11180236"/>
            <a:ext cx="12868800" cy="15699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pt-BR" sz="5866" u="none" cap="none" strike="noStrike">
                <a:solidFill>
                  <a:schemeClr val="dk1"/>
                </a:solidFill>
                <a:latin typeface="Arial"/>
                <a:ea typeface="Arial"/>
                <a:cs typeface="Arial"/>
                <a:sym typeface="Arial"/>
              </a:rPr>
              <a:t>Imagens e ferramentas do Projeto</a:t>
            </a:r>
            <a:endParaRPr/>
          </a:p>
          <a:p>
            <a:pPr indent="0" lvl="0" marL="0" marR="0" rtl="0" algn="just">
              <a:spcBef>
                <a:spcPts val="0"/>
              </a:spcBef>
              <a:spcAft>
                <a:spcPts val="0"/>
              </a:spcAft>
              <a:buNone/>
            </a:pPr>
            <a:r>
              <a:rPr b="0" i="0" lang="pt-BR" sz="3733" u="none" cap="none" strike="noStrike">
                <a:solidFill>
                  <a:schemeClr val="dk1"/>
                </a:solidFill>
                <a:latin typeface="Arial"/>
                <a:ea typeface="Arial"/>
                <a:cs typeface="Arial"/>
                <a:sym typeface="Arial"/>
              </a:rPr>
              <a:t> </a:t>
            </a:r>
            <a:r>
              <a:rPr b="0" i="0" lang="pt-BR" sz="2666" u="none" cap="none" strike="noStrike">
                <a:solidFill>
                  <a:schemeClr val="dk1"/>
                </a:solidFill>
                <a:latin typeface="Arial"/>
                <a:ea typeface="Arial"/>
                <a:cs typeface="Arial"/>
                <a:sym typeface="Arial"/>
              </a:rPr>
              <a:t>	</a:t>
            </a:r>
            <a:endParaRPr/>
          </a:p>
        </p:txBody>
      </p:sp>
      <p:pic>
        <p:nvPicPr>
          <p:cNvPr descr="Uma imagem contendo óculos&#10;&#10;O conteúdo gerado por IA pode estar incorreto." id="100" name="Google Shape;100;g3a237dcfe8c_0_0"/>
          <p:cNvPicPr preferRelativeResize="0"/>
          <p:nvPr/>
        </p:nvPicPr>
        <p:blipFill rotWithShape="1">
          <a:blip r:embed="rId4">
            <a:alphaModFix/>
          </a:blip>
          <a:srcRect b="0" l="0" r="0" t="0"/>
          <a:stretch/>
        </p:blipFill>
        <p:spPr>
          <a:xfrm>
            <a:off x="122752" y="40356014"/>
            <a:ext cx="3095947" cy="3115297"/>
          </a:xfrm>
          <a:prstGeom prst="rect">
            <a:avLst/>
          </a:prstGeom>
          <a:noFill/>
          <a:ln>
            <a:noFill/>
          </a:ln>
        </p:spPr>
      </p:pic>
      <p:pic>
        <p:nvPicPr>
          <p:cNvPr descr="Uma imagem contendo óculos, caneca&#10;&#10;O conteúdo gerado por IA pode estar incorreto." id="101" name="Google Shape;101;g3a237dcfe8c_0_0"/>
          <p:cNvPicPr preferRelativeResize="0"/>
          <p:nvPr/>
        </p:nvPicPr>
        <p:blipFill rotWithShape="1">
          <a:blip r:embed="rId5">
            <a:alphaModFix/>
          </a:blip>
          <a:srcRect b="0" l="0" r="0" t="0"/>
          <a:stretch/>
        </p:blipFill>
        <p:spPr>
          <a:xfrm>
            <a:off x="25801752" y="40382747"/>
            <a:ext cx="3095945" cy="3105591"/>
          </a:xfrm>
          <a:prstGeom prst="rect">
            <a:avLst/>
          </a:prstGeom>
          <a:noFill/>
          <a:ln>
            <a:noFill/>
          </a:ln>
        </p:spPr>
      </p:pic>
      <p:pic>
        <p:nvPicPr>
          <p:cNvPr descr="Ícone&#10;&#10;O conteúdo gerado por IA pode estar incorreto." id="102" name="Google Shape;102;g3a237dcfe8c_0_0"/>
          <p:cNvPicPr preferRelativeResize="0"/>
          <p:nvPr/>
        </p:nvPicPr>
        <p:blipFill rotWithShape="1">
          <a:blip r:embed="rId6">
            <a:alphaModFix/>
          </a:blip>
          <a:srcRect b="14165" l="0" r="0" t="12402"/>
          <a:stretch/>
        </p:blipFill>
        <p:spPr>
          <a:xfrm>
            <a:off x="18051875" y="18293800"/>
            <a:ext cx="5396874" cy="3963174"/>
          </a:xfrm>
          <a:prstGeom prst="rect">
            <a:avLst/>
          </a:prstGeom>
          <a:noFill/>
          <a:ln>
            <a:noFill/>
          </a:ln>
        </p:spPr>
      </p:pic>
      <p:pic>
        <p:nvPicPr>
          <p:cNvPr id="103" name="Google Shape;103;g3a237dcfe8c_0_0" title="streamlit-logo-primary-colormark-darktext.png"/>
          <p:cNvPicPr preferRelativeResize="0"/>
          <p:nvPr/>
        </p:nvPicPr>
        <p:blipFill rotWithShape="1">
          <a:blip r:embed="rId7">
            <a:alphaModFix/>
          </a:blip>
          <a:srcRect b="-16049" l="4636" r="4636" t="16050"/>
          <a:stretch/>
        </p:blipFill>
        <p:spPr>
          <a:xfrm>
            <a:off x="17677013" y="14970600"/>
            <a:ext cx="10852634" cy="3323200"/>
          </a:xfrm>
          <a:prstGeom prst="rect">
            <a:avLst/>
          </a:prstGeom>
          <a:noFill/>
          <a:ln>
            <a:noFill/>
          </a:ln>
        </p:spPr>
      </p:pic>
      <p:pic>
        <p:nvPicPr>
          <p:cNvPr id="104" name="Google Shape;104;g3a237dcfe8c_0_0" title="Plotly_logo_for_digital_final_(6).png"/>
          <p:cNvPicPr preferRelativeResize="0"/>
          <p:nvPr/>
        </p:nvPicPr>
        <p:blipFill rotWithShape="1">
          <a:blip r:embed="rId8">
            <a:alphaModFix/>
          </a:blip>
          <a:srcRect b="29298" l="6784" r="6784" t="21854"/>
          <a:stretch/>
        </p:blipFill>
        <p:spPr>
          <a:xfrm>
            <a:off x="19573238" y="22229063"/>
            <a:ext cx="7060170" cy="2992088"/>
          </a:xfrm>
          <a:prstGeom prst="rect">
            <a:avLst/>
          </a:prstGeom>
          <a:noFill/>
          <a:ln>
            <a:noFill/>
          </a:ln>
        </p:spPr>
      </p:pic>
      <p:pic>
        <p:nvPicPr>
          <p:cNvPr id="105" name="Google Shape;105;g3a237dcfe8c_0_0" title="vscode-logo.png"/>
          <p:cNvPicPr preferRelativeResize="0"/>
          <p:nvPr/>
        </p:nvPicPr>
        <p:blipFill>
          <a:blip r:embed="rId9">
            <a:alphaModFix/>
          </a:blip>
          <a:stretch>
            <a:fillRect/>
          </a:stretch>
        </p:blipFill>
        <p:spPr>
          <a:xfrm>
            <a:off x="24135150" y="18293788"/>
            <a:ext cx="3323200" cy="3323200"/>
          </a:xfrm>
          <a:prstGeom prst="rect">
            <a:avLst/>
          </a:prstGeom>
          <a:noFill/>
          <a:ln>
            <a:noFill/>
          </a:ln>
        </p:spPr>
      </p:pic>
      <p:pic>
        <p:nvPicPr>
          <p:cNvPr id="106" name="Google Shape;106;g3a237dcfe8c_0_0" title="Pandas_logo.svg.png"/>
          <p:cNvPicPr preferRelativeResize="0"/>
          <p:nvPr/>
        </p:nvPicPr>
        <p:blipFill>
          <a:blip r:embed="rId10">
            <a:alphaModFix/>
          </a:blip>
          <a:stretch>
            <a:fillRect/>
          </a:stretch>
        </p:blipFill>
        <p:spPr>
          <a:xfrm>
            <a:off x="19257298" y="25576375"/>
            <a:ext cx="7692042" cy="3115275"/>
          </a:xfrm>
          <a:prstGeom prst="rect">
            <a:avLst/>
          </a:prstGeom>
          <a:noFill/>
          <a:ln>
            <a:noFill/>
          </a:ln>
        </p:spPr>
      </p:pic>
      <p:pic>
        <p:nvPicPr>
          <p:cNvPr id="107" name="Google Shape;107;g3a237dcfe8c_0_0" title="Captura de tela 2025-11-10 204845.png"/>
          <p:cNvPicPr preferRelativeResize="0"/>
          <p:nvPr/>
        </p:nvPicPr>
        <p:blipFill rotWithShape="1">
          <a:blip r:embed="rId11">
            <a:alphaModFix/>
          </a:blip>
          <a:srcRect b="2269" l="0" r="17239" t="8389"/>
          <a:stretch/>
        </p:blipFill>
        <p:spPr>
          <a:xfrm>
            <a:off x="465450" y="13174601"/>
            <a:ext cx="16900016" cy="8544650"/>
          </a:xfrm>
          <a:prstGeom prst="rect">
            <a:avLst/>
          </a:prstGeom>
          <a:noFill/>
          <a:ln>
            <a:noFill/>
          </a:ln>
        </p:spPr>
      </p:pic>
      <p:pic>
        <p:nvPicPr>
          <p:cNvPr id="108" name="Google Shape;108;g3a237dcfe8c_0_0" title="Captura de tela 2025-11-10 205022.png"/>
          <p:cNvPicPr preferRelativeResize="0"/>
          <p:nvPr/>
        </p:nvPicPr>
        <p:blipFill rotWithShape="1">
          <a:blip r:embed="rId12">
            <a:alphaModFix/>
          </a:blip>
          <a:srcRect b="4410" l="0" r="8617" t="-4410"/>
          <a:stretch/>
        </p:blipFill>
        <p:spPr>
          <a:xfrm>
            <a:off x="465450" y="23152400"/>
            <a:ext cx="16900026" cy="77396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Tema do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esign padrão">
  <a:themeElements>
    <a:clrScheme name="Design padrã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2006-11-04T15:46:42Z</dcterms:created>
  <dc:creator>Jr</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0x01010045364877AF745B4281652B53F43C594A</vt:lpwstr>
  </property>
</Properties>
</file>